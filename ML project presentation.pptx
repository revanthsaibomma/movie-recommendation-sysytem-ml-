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76" r:id="rId3"/>
    <p:sldId id="285" r:id="rId4"/>
    <p:sldId id="284" r:id="rId5"/>
    <p:sldId id="269" r:id="rId6"/>
    <p:sldId id="282" r:id="rId7"/>
    <p:sldId id="281" r:id="rId8"/>
    <p:sldId id="266" r:id="rId9"/>
    <p:sldId id="280" r:id="rId10"/>
    <p:sldId id="283" r:id="rId11"/>
    <p:sldId id="274"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618D9B-CFF7-44E1-A036-E5DDF9AEB952}" v="302" dt="2025-11-09T10:06:15.5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96" d="100"/>
          <a:sy n="96" d="100"/>
        </p:scale>
        <p:origin x="1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VANTH SAI BOMMA" userId="082ebaeb927c1c5f" providerId="LiveId" clId="{31C0CB85-6C6B-4CC7-8709-BD31C5305AC8}"/>
    <pc:docChg chg="undo custSel addSld delSld modSld sldOrd">
      <pc:chgData name="REVANTH SAI BOMMA" userId="082ebaeb927c1c5f" providerId="LiveId" clId="{31C0CB85-6C6B-4CC7-8709-BD31C5305AC8}" dt="2025-11-09T10:07:01.258" v="850" actId="20577"/>
      <pc:docMkLst>
        <pc:docMk/>
      </pc:docMkLst>
      <pc:sldChg chg="del">
        <pc:chgData name="REVANTH SAI BOMMA" userId="082ebaeb927c1c5f" providerId="LiveId" clId="{31C0CB85-6C6B-4CC7-8709-BD31C5305AC8}" dt="2025-11-09T09:00:41.309" v="1" actId="47"/>
        <pc:sldMkLst>
          <pc:docMk/>
          <pc:sldMk cId="394596987" sldId="256"/>
        </pc:sldMkLst>
      </pc:sldChg>
      <pc:sldChg chg="addSp delSp modSp mod">
        <pc:chgData name="REVANTH SAI BOMMA" userId="082ebaeb927c1c5f" providerId="LiveId" clId="{31C0CB85-6C6B-4CC7-8709-BD31C5305AC8}" dt="2025-11-09T09:57:03.339" v="438" actId="1076"/>
        <pc:sldMkLst>
          <pc:docMk/>
          <pc:sldMk cId="1553394681" sldId="266"/>
        </pc:sldMkLst>
        <pc:spChg chg="del mod">
          <ac:chgData name="REVANTH SAI BOMMA" userId="082ebaeb927c1c5f" providerId="LiveId" clId="{31C0CB85-6C6B-4CC7-8709-BD31C5305AC8}" dt="2025-11-09T09:04:30.587" v="239"/>
          <ac:spMkLst>
            <pc:docMk/>
            <pc:sldMk cId="1553394681" sldId="266"/>
            <ac:spMk id="17" creationId="{36F8CB82-67E5-C4E5-663E-D0E321419C39}"/>
          </ac:spMkLst>
        </pc:spChg>
        <pc:picChg chg="add mod">
          <ac:chgData name="REVANTH SAI BOMMA" userId="082ebaeb927c1c5f" providerId="LiveId" clId="{31C0CB85-6C6B-4CC7-8709-BD31C5305AC8}" dt="2025-11-09T09:57:03.339" v="438" actId="1076"/>
          <ac:picMkLst>
            <pc:docMk/>
            <pc:sldMk cId="1553394681" sldId="266"/>
            <ac:picMk id="6" creationId="{DBA263C9-DD8C-7D7B-CDA5-C7084DAAE894}"/>
          </ac:picMkLst>
        </pc:picChg>
      </pc:sldChg>
      <pc:sldChg chg="del">
        <pc:chgData name="REVANTH SAI BOMMA" userId="082ebaeb927c1c5f" providerId="LiveId" clId="{31C0CB85-6C6B-4CC7-8709-BD31C5305AC8}" dt="2025-11-09T09:04:39.859" v="241" actId="47"/>
        <pc:sldMkLst>
          <pc:docMk/>
          <pc:sldMk cId="544335601" sldId="268"/>
        </pc:sldMkLst>
      </pc:sldChg>
      <pc:sldChg chg="addSp delSp modSp mod">
        <pc:chgData name="REVANTH SAI BOMMA" userId="082ebaeb927c1c5f" providerId="LiveId" clId="{31C0CB85-6C6B-4CC7-8709-BD31C5305AC8}" dt="2025-11-09T09:22:36.885" v="362" actId="2711"/>
        <pc:sldMkLst>
          <pc:docMk/>
          <pc:sldMk cId="1707991942" sldId="269"/>
        </pc:sldMkLst>
        <pc:spChg chg="mod">
          <ac:chgData name="REVANTH SAI BOMMA" userId="082ebaeb927c1c5f" providerId="LiveId" clId="{31C0CB85-6C6B-4CC7-8709-BD31C5305AC8}" dt="2025-11-09T09:19:05.318" v="292" actId="27636"/>
          <ac:spMkLst>
            <pc:docMk/>
            <pc:sldMk cId="1707991942" sldId="269"/>
            <ac:spMk id="2" creationId="{B8580ECE-C3C5-1C8F-A6F6-B201D9CF0443}"/>
          </ac:spMkLst>
        </pc:spChg>
        <pc:spChg chg="mod">
          <ac:chgData name="REVANTH SAI BOMMA" userId="082ebaeb927c1c5f" providerId="LiveId" clId="{31C0CB85-6C6B-4CC7-8709-BD31C5305AC8}" dt="2025-11-09T09:19:54.803" v="303" actId="14100"/>
          <ac:spMkLst>
            <pc:docMk/>
            <pc:sldMk cId="1707991942" sldId="269"/>
            <ac:spMk id="3" creationId="{91372801-7EC2-5758-8CD8-4C52169D462F}"/>
          </ac:spMkLst>
        </pc:spChg>
        <pc:spChg chg="add">
          <ac:chgData name="REVANTH SAI BOMMA" userId="082ebaeb927c1c5f" providerId="LiveId" clId="{31C0CB85-6C6B-4CC7-8709-BD31C5305AC8}" dt="2025-11-09T09:18:23.998" v="288"/>
          <ac:spMkLst>
            <pc:docMk/>
            <pc:sldMk cId="1707991942" sldId="269"/>
            <ac:spMk id="8" creationId="{58E17269-B0FB-DDF3-F703-9139EEE0A73D}"/>
          </ac:spMkLst>
        </pc:spChg>
        <pc:spChg chg="add">
          <ac:chgData name="REVANTH SAI BOMMA" userId="082ebaeb927c1c5f" providerId="LiveId" clId="{31C0CB85-6C6B-4CC7-8709-BD31C5305AC8}" dt="2025-11-09T09:18:33.423" v="290"/>
          <ac:spMkLst>
            <pc:docMk/>
            <pc:sldMk cId="1707991942" sldId="269"/>
            <ac:spMk id="9" creationId="{3AF2E163-1BB8-4429-A7CC-E01AF7023BD4}"/>
          </ac:spMkLst>
        </pc:spChg>
        <pc:spChg chg="add">
          <ac:chgData name="REVANTH SAI BOMMA" userId="082ebaeb927c1c5f" providerId="LiveId" clId="{31C0CB85-6C6B-4CC7-8709-BD31C5305AC8}" dt="2025-11-09T09:19:06.400" v="293"/>
          <ac:spMkLst>
            <pc:docMk/>
            <pc:sldMk cId="1707991942" sldId="269"/>
            <ac:spMk id="10" creationId="{1B5AFB6B-3B4D-0B06-3DEE-41930C9EC912}"/>
          </ac:spMkLst>
        </pc:spChg>
        <pc:spChg chg="add mod">
          <ac:chgData name="REVANTH SAI BOMMA" userId="082ebaeb927c1c5f" providerId="LiveId" clId="{31C0CB85-6C6B-4CC7-8709-BD31C5305AC8}" dt="2025-11-09T09:19:17.071" v="296" actId="14100"/>
          <ac:spMkLst>
            <pc:docMk/>
            <pc:sldMk cId="1707991942" sldId="269"/>
            <ac:spMk id="11" creationId="{158BB3CA-A31A-6436-9688-030BD6B5067C}"/>
          </ac:spMkLst>
        </pc:spChg>
        <pc:spChg chg="add mod">
          <ac:chgData name="REVANTH SAI BOMMA" userId="082ebaeb927c1c5f" providerId="LiveId" clId="{31C0CB85-6C6B-4CC7-8709-BD31C5305AC8}" dt="2025-11-09T09:22:36.885" v="362" actId="2711"/>
          <ac:spMkLst>
            <pc:docMk/>
            <pc:sldMk cId="1707991942" sldId="269"/>
            <ac:spMk id="12" creationId="{8450819F-667F-54F5-C88C-FCF127B66F5D}"/>
          </ac:spMkLst>
        </pc:spChg>
        <pc:graphicFrameChg chg="add mod">
          <ac:chgData name="REVANTH SAI BOMMA" userId="082ebaeb927c1c5f" providerId="LiveId" clId="{31C0CB85-6C6B-4CC7-8709-BD31C5305AC8}" dt="2025-11-09T09:03:03.657" v="164"/>
          <ac:graphicFrameMkLst>
            <pc:docMk/>
            <pc:sldMk cId="1707991942" sldId="269"/>
            <ac:graphicFrameMk id="5" creationId="{53F1D226-61EB-E62D-43EF-FF1B258299C9}"/>
          </ac:graphicFrameMkLst>
        </pc:graphicFrameChg>
        <pc:picChg chg="add del">
          <ac:chgData name="REVANTH SAI BOMMA" userId="082ebaeb927c1c5f" providerId="LiveId" clId="{31C0CB85-6C6B-4CC7-8709-BD31C5305AC8}" dt="2025-11-09T09:12:07.180" v="270" actId="478"/>
          <ac:picMkLst>
            <pc:docMk/>
            <pc:sldMk cId="1707991942" sldId="269"/>
            <ac:picMk id="7" creationId="{D5507B55-E67A-C3D4-88E9-68FA97041337}"/>
          </ac:picMkLst>
        </pc:picChg>
      </pc:sldChg>
      <pc:sldChg chg="modSp mod">
        <pc:chgData name="REVANTH SAI BOMMA" userId="082ebaeb927c1c5f" providerId="LiveId" clId="{31C0CB85-6C6B-4CC7-8709-BD31C5305AC8}" dt="2025-11-09T10:07:01.258" v="850" actId="20577"/>
        <pc:sldMkLst>
          <pc:docMk/>
          <pc:sldMk cId="2945117045" sldId="274"/>
        </pc:sldMkLst>
        <pc:spChg chg="mod">
          <ac:chgData name="REVANTH SAI BOMMA" userId="082ebaeb927c1c5f" providerId="LiveId" clId="{31C0CB85-6C6B-4CC7-8709-BD31C5305AC8}" dt="2025-11-09T10:07:01.258" v="850" actId="20577"/>
          <ac:spMkLst>
            <pc:docMk/>
            <pc:sldMk cId="2945117045" sldId="274"/>
            <ac:spMk id="2" creationId="{AF6F3D8C-46F5-FC5A-4166-DDA5800CC910}"/>
          </ac:spMkLst>
        </pc:spChg>
      </pc:sldChg>
      <pc:sldChg chg="modSp mod">
        <pc:chgData name="REVANTH SAI BOMMA" userId="082ebaeb927c1c5f" providerId="LiveId" clId="{31C0CB85-6C6B-4CC7-8709-BD31C5305AC8}" dt="2025-11-09T09:01:15.312" v="34" actId="20577"/>
        <pc:sldMkLst>
          <pc:docMk/>
          <pc:sldMk cId="2062801337" sldId="276"/>
        </pc:sldMkLst>
        <pc:spChg chg="mod">
          <ac:chgData name="REVANTH SAI BOMMA" userId="082ebaeb927c1c5f" providerId="LiveId" clId="{31C0CB85-6C6B-4CC7-8709-BD31C5305AC8}" dt="2025-11-09T09:01:15.312" v="34" actId="20577"/>
          <ac:spMkLst>
            <pc:docMk/>
            <pc:sldMk cId="2062801337" sldId="276"/>
            <ac:spMk id="2" creationId="{74FAD03F-A847-1A62-E789-91BB660B33AF}"/>
          </ac:spMkLst>
        </pc:spChg>
      </pc:sldChg>
      <pc:sldChg chg="modSp mod">
        <pc:chgData name="REVANTH SAI BOMMA" userId="082ebaeb927c1c5f" providerId="LiveId" clId="{31C0CB85-6C6B-4CC7-8709-BD31C5305AC8}" dt="2025-11-09T09:02:39.700" v="160" actId="20577"/>
        <pc:sldMkLst>
          <pc:docMk/>
          <pc:sldMk cId="95682113" sldId="277"/>
        </pc:sldMkLst>
        <pc:spChg chg="mod">
          <ac:chgData name="REVANTH SAI BOMMA" userId="082ebaeb927c1c5f" providerId="LiveId" clId="{31C0CB85-6C6B-4CC7-8709-BD31C5305AC8}" dt="2025-11-09T09:02:39.700" v="160" actId="20577"/>
          <ac:spMkLst>
            <pc:docMk/>
            <pc:sldMk cId="95682113" sldId="277"/>
            <ac:spMk id="5" creationId="{74E680A1-5177-2DB3-27DA-EB511937BD0C}"/>
          </ac:spMkLst>
        </pc:spChg>
      </pc:sldChg>
      <pc:sldChg chg="del">
        <pc:chgData name="REVANTH SAI BOMMA" userId="082ebaeb927c1c5f" providerId="LiveId" clId="{31C0CB85-6C6B-4CC7-8709-BD31C5305AC8}" dt="2025-11-09T09:04:35.853" v="240" actId="47"/>
        <pc:sldMkLst>
          <pc:docMk/>
          <pc:sldMk cId="1309873893" sldId="278"/>
        </pc:sldMkLst>
      </pc:sldChg>
      <pc:sldChg chg="del">
        <pc:chgData name="REVANTH SAI BOMMA" userId="082ebaeb927c1c5f" providerId="LiveId" clId="{31C0CB85-6C6B-4CC7-8709-BD31C5305AC8}" dt="2025-11-09T09:04:42.669" v="242" actId="47"/>
        <pc:sldMkLst>
          <pc:docMk/>
          <pc:sldMk cId="2418057766" sldId="279"/>
        </pc:sldMkLst>
      </pc:sldChg>
      <pc:sldChg chg="addSp delSp modSp mod">
        <pc:chgData name="REVANTH SAI BOMMA" userId="082ebaeb927c1c5f" providerId="LiveId" clId="{31C0CB85-6C6B-4CC7-8709-BD31C5305AC8}" dt="2025-11-09T09:13:18.418" v="283" actId="1076"/>
        <pc:sldMkLst>
          <pc:docMk/>
          <pc:sldMk cId="2799425353" sldId="280"/>
        </pc:sldMkLst>
        <pc:picChg chg="add del mod">
          <ac:chgData name="REVANTH SAI BOMMA" userId="082ebaeb927c1c5f" providerId="LiveId" clId="{31C0CB85-6C6B-4CC7-8709-BD31C5305AC8}" dt="2025-11-09T09:10:00.954" v="266" actId="478"/>
          <ac:picMkLst>
            <pc:docMk/>
            <pc:sldMk cId="2799425353" sldId="280"/>
            <ac:picMk id="3" creationId="{08BE66C5-1BFA-4515-0558-69E5EA362D28}"/>
          </ac:picMkLst>
        </pc:picChg>
        <pc:picChg chg="del">
          <ac:chgData name="REVANTH SAI BOMMA" userId="082ebaeb927c1c5f" providerId="LiveId" clId="{31C0CB85-6C6B-4CC7-8709-BD31C5305AC8}" dt="2025-11-09T09:10:02.690" v="267" actId="478"/>
          <ac:picMkLst>
            <pc:docMk/>
            <pc:sldMk cId="2799425353" sldId="280"/>
            <ac:picMk id="4" creationId="{9A9A8C6E-A514-B85B-8A60-E7218C47758E}"/>
          </ac:picMkLst>
        </pc:picChg>
        <pc:picChg chg="add mod">
          <ac:chgData name="REVANTH SAI BOMMA" userId="082ebaeb927c1c5f" providerId="LiveId" clId="{31C0CB85-6C6B-4CC7-8709-BD31C5305AC8}" dt="2025-11-09T09:13:16.020" v="282" actId="14100"/>
          <ac:picMkLst>
            <pc:docMk/>
            <pc:sldMk cId="2799425353" sldId="280"/>
            <ac:picMk id="6" creationId="{1631D50E-D09A-7FB5-5181-0A4280FE6766}"/>
          </ac:picMkLst>
        </pc:picChg>
        <pc:picChg chg="del">
          <ac:chgData name="REVANTH SAI BOMMA" userId="082ebaeb927c1c5f" providerId="LiveId" clId="{31C0CB85-6C6B-4CC7-8709-BD31C5305AC8}" dt="2025-11-09T09:10:04.454" v="268" actId="478"/>
          <ac:picMkLst>
            <pc:docMk/>
            <pc:sldMk cId="2799425353" sldId="280"/>
            <ac:picMk id="7" creationId="{4CECE271-4600-11FF-8BE5-97574AF601A1}"/>
          </ac:picMkLst>
        </pc:picChg>
        <pc:picChg chg="add mod">
          <ac:chgData name="REVANTH SAI BOMMA" userId="082ebaeb927c1c5f" providerId="LiveId" clId="{31C0CB85-6C6B-4CC7-8709-BD31C5305AC8}" dt="2025-11-09T09:13:18.418" v="283" actId="1076"/>
          <ac:picMkLst>
            <pc:docMk/>
            <pc:sldMk cId="2799425353" sldId="280"/>
            <ac:picMk id="10" creationId="{E86FDD57-01ED-076C-8BD4-9F179B4FC1F4}"/>
          </ac:picMkLst>
        </pc:picChg>
      </pc:sldChg>
      <pc:sldChg chg="addSp delSp modSp add mod ord">
        <pc:chgData name="REVANTH SAI BOMMA" userId="082ebaeb927c1c5f" providerId="LiveId" clId="{31C0CB85-6C6B-4CC7-8709-BD31C5305AC8}" dt="2025-11-09T10:06:15.542" v="833" actId="20577"/>
        <pc:sldMkLst>
          <pc:docMk/>
          <pc:sldMk cId="3645892342" sldId="281"/>
        </pc:sldMkLst>
        <pc:spChg chg="mod">
          <ac:chgData name="REVANTH SAI BOMMA" userId="082ebaeb927c1c5f" providerId="LiveId" clId="{31C0CB85-6C6B-4CC7-8709-BD31C5305AC8}" dt="2025-11-09T09:24:20.578" v="373" actId="1076"/>
          <ac:spMkLst>
            <pc:docMk/>
            <pc:sldMk cId="3645892342" sldId="281"/>
            <ac:spMk id="2" creationId="{74B502B1-07DE-3CDB-99AF-5115AAB90557}"/>
          </ac:spMkLst>
        </pc:spChg>
        <pc:spChg chg="mod">
          <ac:chgData name="REVANTH SAI BOMMA" userId="082ebaeb927c1c5f" providerId="LiveId" clId="{31C0CB85-6C6B-4CC7-8709-BD31C5305AC8}" dt="2025-11-09T10:06:15.542" v="833" actId="20577"/>
          <ac:spMkLst>
            <pc:docMk/>
            <pc:sldMk cId="3645892342" sldId="281"/>
            <ac:spMk id="3" creationId="{2A71771C-C484-2056-334C-0A38D67225CF}"/>
          </ac:spMkLst>
        </pc:spChg>
        <pc:spChg chg="add">
          <ac:chgData name="REVANTH SAI BOMMA" userId="082ebaeb927c1c5f" providerId="LiveId" clId="{31C0CB85-6C6B-4CC7-8709-BD31C5305AC8}" dt="2025-11-09T09:25:56.363" v="374"/>
          <ac:spMkLst>
            <pc:docMk/>
            <pc:sldMk cId="3645892342" sldId="281"/>
            <ac:spMk id="5" creationId="{47B0E8E9-3233-21D0-A1EC-D62009A75D39}"/>
          </ac:spMkLst>
        </pc:spChg>
        <pc:spChg chg="add">
          <ac:chgData name="REVANTH SAI BOMMA" userId="082ebaeb927c1c5f" providerId="LiveId" clId="{31C0CB85-6C6B-4CC7-8709-BD31C5305AC8}" dt="2025-11-09T09:26:20.680" v="377"/>
          <ac:spMkLst>
            <pc:docMk/>
            <pc:sldMk cId="3645892342" sldId="281"/>
            <ac:spMk id="6" creationId="{1A108FEB-B46F-69C0-E916-FB5593C9F725}"/>
          </ac:spMkLst>
        </pc:spChg>
        <pc:spChg chg="add">
          <ac:chgData name="REVANTH SAI BOMMA" userId="082ebaeb927c1c5f" providerId="LiveId" clId="{31C0CB85-6C6B-4CC7-8709-BD31C5305AC8}" dt="2025-11-09T09:26:58.005" v="380"/>
          <ac:spMkLst>
            <pc:docMk/>
            <pc:sldMk cId="3645892342" sldId="281"/>
            <ac:spMk id="7" creationId="{71C7F556-916E-4550-269F-1B734F9C3C6F}"/>
          </ac:spMkLst>
        </pc:spChg>
        <pc:spChg chg="add del mod">
          <ac:chgData name="REVANTH SAI BOMMA" userId="082ebaeb927c1c5f" providerId="LiveId" clId="{31C0CB85-6C6B-4CC7-8709-BD31C5305AC8}" dt="2025-11-09T09:27:43.380" v="385" actId="478"/>
          <ac:spMkLst>
            <pc:docMk/>
            <pc:sldMk cId="3645892342" sldId="281"/>
            <ac:spMk id="8" creationId="{196A1C4A-0818-3DEF-4792-D840996866EA}"/>
          </ac:spMkLst>
        </pc:spChg>
        <pc:spChg chg="add del mod">
          <ac:chgData name="REVANTH SAI BOMMA" userId="082ebaeb927c1c5f" providerId="LiveId" clId="{31C0CB85-6C6B-4CC7-8709-BD31C5305AC8}" dt="2025-11-09T09:28:39.431" v="403" actId="478"/>
          <ac:spMkLst>
            <pc:docMk/>
            <pc:sldMk cId="3645892342" sldId="281"/>
            <ac:spMk id="9" creationId="{E40508BF-C49E-A875-F6AC-C7CD29E09BCC}"/>
          </ac:spMkLst>
        </pc:spChg>
      </pc:sldChg>
      <pc:sldChg chg="addSp modSp add mod ord">
        <pc:chgData name="REVANTH SAI BOMMA" userId="082ebaeb927c1c5f" providerId="LiveId" clId="{31C0CB85-6C6B-4CC7-8709-BD31C5305AC8}" dt="2025-11-09T09:24:07.798" v="372" actId="20577"/>
        <pc:sldMkLst>
          <pc:docMk/>
          <pc:sldMk cId="3426652900" sldId="282"/>
        </pc:sldMkLst>
        <pc:spChg chg="mod">
          <ac:chgData name="REVANTH SAI BOMMA" userId="082ebaeb927c1c5f" providerId="LiveId" clId="{31C0CB85-6C6B-4CC7-8709-BD31C5305AC8}" dt="2025-11-09T09:23:26.299" v="363" actId="1076"/>
          <ac:spMkLst>
            <pc:docMk/>
            <pc:sldMk cId="3426652900" sldId="282"/>
            <ac:spMk id="2" creationId="{7AB8985C-F5D0-7FB1-6DEB-9AEBE7C82ABE}"/>
          </ac:spMkLst>
        </pc:spChg>
        <pc:spChg chg="add mod">
          <ac:chgData name="REVANTH SAI BOMMA" userId="082ebaeb927c1c5f" providerId="LiveId" clId="{31C0CB85-6C6B-4CC7-8709-BD31C5305AC8}" dt="2025-11-09T09:24:07.798" v="372" actId="20577"/>
          <ac:spMkLst>
            <pc:docMk/>
            <pc:sldMk cId="3426652900" sldId="282"/>
            <ac:spMk id="6" creationId="{FE043F11-5126-3CEB-4933-065F5795256B}"/>
          </ac:spMkLst>
        </pc:spChg>
      </pc:sldChg>
      <pc:sldChg chg="addSp delSp modSp add mod">
        <pc:chgData name="REVANTH SAI BOMMA" userId="082ebaeb927c1c5f" providerId="LiveId" clId="{31C0CB85-6C6B-4CC7-8709-BD31C5305AC8}" dt="2025-11-09T09:16:18.303" v="287" actId="2711"/>
        <pc:sldMkLst>
          <pc:docMk/>
          <pc:sldMk cId="1158672993" sldId="283"/>
        </pc:sldMkLst>
        <pc:spChg chg="add mod">
          <ac:chgData name="REVANTH SAI BOMMA" userId="082ebaeb927c1c5f" providerId="LiveId" clId="{31C0CB85-6C6B-4CC7-8709-BD31C5305AC8}" dt="2025-11-09T09:16:18.303" v="287" actId="2711"/>
          <ac:spMkLst>
            <pc:docMk/>
            <pc:sldMk cId="1158672993" sldId="283"/>
            <ac:spMk id="6" creationId="{2A749821-7773-3AB1-9DBB-B10447033D9C}"/>
          </ac:spMkLst>
        </pc:spChg>
        <pc:spChg chg="mod">
          <ac:chgData name="REVANTH SAI BOMMA" userId="082ebaeb927c1c5f" providerId="LiveId" clId="{31C0CB85-6C6B-4CC7-8709-BD31C5305AC8}" dt="2025-11-09T09:09:49.828" v="262" actId="20577"/>
          <ac:spMkLst>
            <pc:docMk/>
            <pc:sldMk cId="1158672993" sldId="283"/>
            <ac:spMk id="9" creationId="{7D775ECF-BBFE-D714-0AF7-DDC4B3666E6B}"/>
          </ac:spMkLst>
        </pc:spChg>
        <pc:picChg chg="del">
          <ac:chgData name="REVANTH SAI BOMMA" userId="082ebaeb927c1c5f" providerId="LiveId" clId="{31C0CB85-6C6B-4CC7-8709-BD31C5305AC8}" dt="2025-11-09T09:09:52.033" v="263" actId="478"/>
          <ac:picMkLst>
            <pc:docMk/>
            <pc:sldMk cId="1158672993" sldId="283"/>
            <ac:picMk id="3" creationId="{7E8A3671-79E5-07A7-20A8-BF814B301F2A}"/>
          </ac:picMkLst>
        </pc:picChg>
        <pc:picChg chg="del">
          <ac:chgData name="REVANTH SAI BOMMA" userId="082ebaeb927c1c5f" providerId="LiveId" clId="{31C0CB85-6C6B-4CC7-8709-BD31C5305AC8}" dt="2025-11-09T09:09:54.393" v="264" actId="478"/>
          <ac:picMkLst>
            <pc:docMk/>
            <pc:sldMk cId="1158672993" sldId="283"/>
            <ac:picMk id="4" creationId="{61317AD6-DA5F-1091-352B-DD647B18B29F}"/>
          </ac:picMkLst>
        </pc:picChg>
        <pc:picChg chg="del">
          <ac:chgData name="REVANTH SAI BOMMA" userId="082ebaeb927c1c5f" providerId="LiveId" clId="{31C0CB85-6C6B-4CC7-8709-BD31C5305AC8}" dt="2025-11-09T09:09:56.572" v="265" actId="478"/>
          <ac:picMkLst>
            <pc:docMk/>
            <pc:sldMk cId="1158672993" sldId="283"/>
            <ac:picMk id="7" creationId="{0EB9F329-80F4-6B2B-BF4D-545AE86E06CD}"/>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0.jpeg"/><Relationship Id="rId5" Type="http://schemas.openxmlformats.org/officeDocument/2006/relationships/image" Target="../media/image4.jpeg"/><Relationship Id="rId10" Type="http://schemas.openxmlformats.org/officeDocument/2006/relationships/image" Target="../media/image9.jpeg"/><Relationship Id="rId4" Type="http://schemas.openxmlformats.org/officeDocument/2006/relationships/image" Target="../media/image3.jpeg"/><Relationship Id="rId9" Type="http://schemas.openxmlformats.org/officeDocument/2006/relationships/image" Target="../media/image8.jpe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43EB6-3078-AD22-9754-E63E3DD26D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89CAD73-625C-0B88-76E1-A6A621BCF9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0A09F25-976B-A0F4-E3B9-5F7DCEB1D0BA}"/>
              </a:ext>
            </a:extLst>
          </p:cNvPr>
          <p:cNvSpPr>
            <a:spLocks noGrp="1"/>
          </p:cNvSpPr>
          <p:nvPr>
            <p:ph type="dt" sz="half" idx="10"/>
          </p:nvPr>
        </p:nvSpPr>
        <p:spPr/>
        <p:txBody>
          <a:bodyPr/>
          <a:lstStyle/>
          <a:p>
            <a:fld id="{34123930-28C2-45B3-B7C3-298A5E81EB89}" type="datetimeFigureOut">
              <a:rPr lang="en-US" smtClean="0"/>
              <a:t>11/15/2025</a:t>
            </a:fld>
            <a:endParaRPr lang="en-US"/>
          </a:p>
        </p:txBody>
      </p:sp>
      <p:sp>
        <p:nvSpPr>
          <p:cNvPr id="5" name="Footer Placeholder 4">
            <a:extLst>
              <a:ext uri="{FF2B5EF4-FFF2-40B4-BE49-F238E27FC236}">
                <a16:creationId xmlns:a16="http://schemas.microsoft.com/office/drawing/2014/main" id="{5BB2BA84-B2AB-0C0B-22A0-6828D2F73F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7DBD0F-0593-38F3-5208-8588C1180BE1}"/>
              </a:ext>
            </a:extLst>
          </p:cNvPr>
          <p:cNvSpPr>
            <a:spLocks noGrp="1"/>
          </p:cNvSpPr>
          <p:nvPr>
            <p:ph type="sldNum" sz="quarter" idx="12"/>
          </p:nvPr>
        </p:nvSpPr>
        <p:spPr/>
        <p:txBody>
          <a:bodyPr/>
          <a:lstStyle/>
          <a:p>
            <a:fld id="{B6FAE0D4-656D-40FB-892B-287CAA2B365F}" type="slidenum">
              <a:rPr lang="en-US" smtClean="0"/>
              <a:t>‹#›</a:t>
            </a:fld>
            <a:endParaRPr lang="en-US"/>
          </a:p>
        </p:txBody>
      </p:sp>
    </p:spTree>
    <p:extLst>
      <p:ext uri="{BB962C8B-B14F-4D97-AF65-F5344CB8AC3E}">
        <p14:creationId xmlns:p14="http://schemas.microsoft.com/office/powerpoint/2010/main" val="19569506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4BDE8-2FF8-7D49-74D4-F9C9E2B3EC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CDE5600-5F9E-F2AE-1085-7E5DAF5DA6D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3A756D-436D-DFDE-3412-F52E75C98F3A}"/>
              </a:ext>
            </a:extLst>
          </p:cNvPr>
          <p:cNvSpPr>
            <a:spLocks noGrp="1"/>
          </p:cNvSpPr>
          <p:nvPr>
            <p:ph type="dt" sz="half" idx="10"/>
          </p:nvPr>
        </p:nvSpPr>
        <p:spPr/>
        <p:txBody>
          <a:bodyPr/>
          <a:lstStyle/>
          <a:p>
            <a:fld id="{34123930-28C2-45B3-B7C3-298A5E81EB89}" type="datetimeFigureOut">
              <a:rPr lang="en-US" smtClean="0"/>
              <a:t>11/15/2025</a:t>
            </a:fld>
            <a:endParaRPr lang="en-US"/>
          </a:p>
        </p:txBody>
      </p:sp>
      <p:sp>
        <p:nvSpPr>
          <p:cNvPr id="5" name="Footer Placeholder 4">
            <a:extLst>
              <a:ext uri="{FF2B5EF4-FFF2-40B4-BE49-F238E27FC236}">
                <a16:creationId xmlns:a16="http://schemas.microsoft.com/office/drawing/2014/main" id="{68B77472-9D9D-078A-07D7-9635F54906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CCAE2A-225A-E88C-2A4E-5D71B09E9589}"/>
              </a:ext>
            </a:extLst>
          </p:cNvPr>
          <p:cNvSpPr>
            <a:spLocks noGrp="1"/>
          </p:cNvSpPr>
          <p:nvPr>
            <p:ph type="sldNum" sz="quarter" idx="12"/>
          </p:nvPr>
        </p:nvSpPr>
        <p:spPr/>
        <p:txBody>
          <a:bodyPr/>
          <a:lstStyle/>
          <a:p>
            <a:fld id="{B6FAE0D4-656D-40FB-892B-287CAA2B365F}" type="slidenum">
              <a:rPr lang="en-US" smtClean="0"/>
              <a:t>‹#›</a:t>
            </a:fld>
            <a:endParaRPr lang="en-US"/>
          </a:p>
        </p:txBody>
      </p:sp>
    </p:spTree>
    <p:extLst>
      <p:ext uri="{BB962C8B-B14F-4D97-AF65-F5344CB8AC3E}">
        <p14:creationId xmlns:p14="http://schemas.microsoft.com/office/powerpoint/2010/main" val="3442616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48B72-F29F-5493-9431-3E5C334A940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B200F92-C88E-DA24-CB34-A35A3716A82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9C77B9E-0CC8-30A6-0C79-C77ED860F261}"/>
              </a:ext>
            </a:extLst>
          </p:cNvPr>
          <p:cNvSpPr>
            <a:spLocks noGrp="1"/>
          </p:cNvSpPr>
          <p:nvPr>
            <p:ph type="dt" sz="half" idx="10"/>
          </p:nvPr>
        </p:nvSpPr>
        <p:spPr/>
        <p:txBody>
          <a:bodyPr/>
          <a:lstStyle/>
          <a:p>
            <a:fld id="{34123930-28C2-45B3-B7C3-298A5E81EB89}" type="datetimeFigureOut">
              <a:rPr lang="en-US" smtClean="0"/>
              <a:t>11/15/2025</a:t>
            </a:fld>
            <a:endParaRPr lang="en-US"/>
          </a:p>
        </p:txBody>
      </p:sp>
      <p:sp>
        <p:nvSpPr>
          <p:cNvPr id="5" name="Footer Placeholder 4">
            <a:extLst>
              <a:ext uri="{FF2B5EF4-FFF2-40B4-BE49-F238E27FC236}">
                <a16:creationId xmlns:a16="http://schemas.microsoft.com/office/drawing/2014/main" id="{751843D0-3773-F90A-FECA-347A6A67B7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521DC9-2ADD-40D2-DE91-3A1C0D3C0762}"/>
              </a:ext>
            </a:extLst>
          </p:cNvPr>
          <p:cNvSpPr>
            <a:spLocks noGrp="1"/>
          </p:cNvSpPr>
          <p:nvPr>
            <p:ph type="sldNum" sz="quarter" idx="12"/>
          </p:nvPr>
        </p:nvSpPr>
        <p:spPr/>
        <p:txBody>
          <a:bodyPr/>
          <a:lstStyle/>
          <a:p>
            <a:fld id="{B6FAE0D4-656D-40FB-892B-287CAA2B365F}" type="slidenum">
              <a:rPr lang="en-US" smtClean="0"/>
              <a:t>‹#›</a:t>
            </a:fld>
            <a:endParaRPr lang="en-US"/>
          </a:p>
        </p:txBody>
      </p:sp>
    </p:spTree>
    <p:extLst>
      <p:ext uri="{BB962C8B-B14F-4D97-AF65-F5344CB8AC3E}">
        <p14:creationId xmlns:p14="http://schemas.microsoft.com/office/powerpoint/2010/main" val="3332839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185E1-EEEB-AB16-3441-2BF9FF7A4C0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E954F3-42F1-1CBB-C6E5-3AA557F5B10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96012E7-AFB3-DEA0-61E8-5E1AB5D6CD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AA001C0-D0AF-4F46-5877-CE969655B9BF}"/>
              </a:ext>
            </a:extLst>
          </p:cNvPr>
          <p:cNvSpPr>
            <a:spLocks noGrp="1"/>
          </p:cNvSpPr>
          <p:nvPr>
            <p:ph type="dt" sz="half" idx="10"/>
          </p:nvPr>
        </p:nvSpPr>
        <p:spPr/>
        <p:txBody>
          <a:bodyPr/>
          <a:lstStyle/>
          <a:p>
            <a:fld id="{34123930-28C2-45B3-B7C3-298A5E81EB89}" type="datetimeFigureOut">
              <a:rPr lang="en-US" smtClean="0"/>
              <a:t>11/15/2025</a:t>
            </a:fld>
            <a:endParaRPr lang="en-US"/>
          </a:p>
        </p:txBody>
      </p:sp>
      <p:sp>
        <p:nvSpPr>
          <p:cNvPr id="6" name="Footer Placeholder 5">
            <a:extLst>
              <a:ext uri="{FF2B5EF4-FFF2-40B4-BE49-F238E27FC236}">
                <a16:creationId xmlns:a16="http://schemas.microsoft.com/office/drawing/2014/main" id="{D9C68C4D-538B-1339-77EB-7C08ECD6FF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A2FA70-D7CF-CA8F-B73C-ED60ED5EADFF}"/>
              </a:ext>
            </a:extLst>
          </p:cNvPr>
          <p:cNvSpPr>
            <a:spLocks noGrp="1"/>
          </p:cNvSpPr>
          <p:nvPr>
            <p:ph type="sldNum" sz="quarter" idx="12"/>
          </p:nvPr>
        </p:nvSpPr>
        <p:spPr/>
        <p:txBody>
          <a:bodyPr/>
          <a:lstStyle/>
          <a:p>
            <a:fld id="{B6FAE0D4-656D-40FB-892B-287CAA2B365F}" type="slidenum">
              <a:rPr lang="en-US" smtClean="0"/>
              <a:t>‹#›</a:t>
            </a:fld>
            <a:endParaRPr lang="en-US"/>
          </a:p>
        </p:txBody>
      </p:sp>
    </p:spTree>
    <p:extLst>
      <p:ext uri="{BB962C8B-B14F-4D97-AF65-F5344CB8AC3E}">
        <p14:creationId xmlns:p14="http://schemas.microsoft.com/office/powerpoint/2010/main" val="9940248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4605B-252E-8EE8-3DD1-F73FBAC2F3C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09BC98C-A61A-2916-3D7B-B5C7472917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44E7F3-538C-4F06-1D18-75F43E0E32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4D2C702-7A2E-A44B-6261-9D7839A857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B60C27-7364-6453-DA85-EF081A99D4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D72C8A7-4F8D-6D26-3116-CF0F849B895E}"/>
              </a:ext>
            </a:extLst>
          </p:cNvPr>
          <p:cNvSpPr>
            <a:spLocks noGrp="1"/>
          </p:cNvSpPr>
          <p:nvPr>
            <p:ph type="dt" sz="half" idx="10"/>
          </p:nvPr>
        </p:nvSpPr>
        <p:spPr/>
        <p:txBody>
          <a:bodyPr/>
          <a:lstStyle/>
          <a:p>
            <a:fld id="{34123930-28C2-45B3-B7C3-298A5E81EB89}" type="datetimeFigureOut">
              <a:rPr lang="en-US" smtClean="0"/>
              <a:t>11/15/2025</a:t>
            </a:fld>
            <a:endParaRPr lang="en-US"/>
          </a:p>
        </p:txBody>
      </p:sp>
      <p:sp>
        <p:nvSpPr>
          <p:cNvPr id="8" name="Footer Placeholder 7">
            <a:extLst>
              <a:ext uri="{FF2B5EF4-FFF2-40B4-BE49-F238E27FC236}">
                <a16:creationId xmlns:a16="http://schemas.microsoft.com/office/drawing/2014/main" id="{93B0B44E-A58B-3384-D10D-43CC2195983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9BBD0B1-6C68-12D8-F6BF-5EB2615C9080}"/>
              </a:ext>
            </a:extLst>
          </p:cNvPr>
          <p:cNvSpPr>
            <a:spLocks noGrp="1"/>
          </p:cNvSpPr>
          <p:nvPr>
            <p:ph type="sldNum" sz="quarter" idx="12"/>
          </p:nvPr>
        </p:nvSpPr>
        <p:spPr/>
        <p:txBody>
          <a:bodyPr/>
          <a:lstStyle/>
          <a:p>
            <a:fld id="{B6FAE0D4-656D-40FB-892B-287CAA2B365F}" type="slidenum">
              <a:rPr lang="en-US" smtClean="0"/>
              <a:t>‹#›</a:t>
            </a:fld>
            <a:endParaRPr lang="en-US"/>
          </a:p>
        </p:txBody>
      </p:sp>
    </p:spTree>
    <p:extLst>
      <p:ext uri="{BB962C8B-B14F-4D97-AF65-F5344CB8AC3E}">
        <p14:creationId xmlns:p14="http://schemas.microsoft.com/office/powerpoint/2010/main" val="354174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8F669-D507-AED6-F6AF-6687FE42274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0769938-0176-4824-6CD9-1030A5DEC36E}"/>
              </a:ext>
            </a:extLst>
          </p:cNvPr>
          <p:cNvSpPr>
            <a:spLocks noGrp="1"/>
          </p:cNvSpPr>
          <p:nvPr>
            <p:ph type="dt" sz="half" idx="10"/>
          </p:nvPr>
        </p:nvSpPr>
        <p:spPr/>
        <p:txBody>
          <a:bodyPr/>
          <a:lstStyle/>
          <a:p>
            <a:fld id="{34123930-28C2-45B3-B7C3-298A5E81EB89}" type="datetimeFigureOut">
              <a:rPr lang="en-US" smtClean="0"/>
              <a:t>11/15/2025</a:t>
            </a:fld>
            <a:endParaRPr lang="en-US"/>
          </a:p>
        </p:txBody>
      </p:sp>
      <p:sp>
        <p:nvSpPr>
          <p:cNvPr id="4" name="Footer Placeholder 3">
            <a:extLst>
              <a:ext uri="{FF2B5EF4-FFF2-40B4-BE49-F238E27FC236}">
                <a16:creationId xmlns:a16="http://schemas.microsoft.com/office/drawing/2014/main" id="{6E5428A0-FDAF-3056-1A2A-0A15B458355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8BA1018-8651-302D-157A-0EB26980188B}"/>
              </a:ext>
            </a:extLst>
          </p:cNvPr>
          <p:cNvSpPr>
            <a:spLocks noGrp="1"/>
          </p:cNvSpPr>
          <p:nvPr>
            <p:ph type="sldNum" sz="quarter" idx="12"/>
          </p:nvPr>
        </p:nvSpPr>
        <p:spPr/>
        <p:txBody>
          <a:bodyPr/>
          <a:lstStyle/>
          <a:p>
            <a:fld id="{B6FAE0D4-656D-40FB-892B-287CAA2B365F}" type="slidenum">
              <a:rPr lang="en-US" smtClean="0"/>
              <a:t>‹#›</a:t>
            </a:fld>
            <a:endParaRPr lang="en-US"/>
          </a:p>
        </p:txBody>
      </p:sp>
    </p:spTree>
    <p:extLst>
      <p:ext uri="{BB962C8B-B14F-4D97-AF65-F5344CB8AC3E}">
        <p14:creationId xmlns:p14="http://schemas.microsoft.com/office/powerpoint/2010/main" val="2212053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904D56-E5F2-D370-746F-49FDB65B4E23}"/>
              </a:ext>
            </a:extLst>
          </p:cNvPr>
          <p:cNvSpPr>
            <a:spLocks noGrp="1"/>
          </p:cNvSpPr>
          <p:nvPr>
            <p:ph type="dt" sz="half" idx="10"/>
          </p:nvPr>
        </p:nvSpPr>
        <p:spPr/>
        <p:txBody>
          <a:bodyPr/>
          <a:lstStyle/>
          <a:p>
            <a:fld id="{34123930-28C2-45B3-B7C3-298A5E81EB89}" type="datetimeFigureOut">
              <a:rPr lang="en-US" smtClean="0"/>
              <a:t>11/15/2025</a:t>
            </a:fld>
            <a:endParaRPr lang="en-US"/>
          </a:p>
        </p:txBody>
      </p:sp>
      <p:sp>
        <p:nvSpPr>
          <p:cNvPr id="3" name="Footer Placeholder 2">
            <a:extLst>
              <a:ext uri="{FF2B5EF4-FFF2-40B4-BE49-F238E27FC236}">
                <a16:creationId xmlns:a16="http://schemas.microsoft.com/office/drawing/2014/main" id="{6B46EA89-12D1-35A2-56A3-3541CAB04DC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0276F3C-417F-F953-0E53-566ECD5D76BC}"/>
              </a:ext>
            </a:extLst>
          </p:cNvPr>
          <p:cNvSpPr>
            <a:spLocks noGrp="1"/>
          </p:cNvSpPr>
          <p:nvPr>
            <p:ph type="sldNum" sz="quarter" idx="12"/>
          </p:nvPr>
        </p:nvSpPr>
        <p:spPr/>
        <p:txBody>
          <a:bodyPr/>
          <a:lstStyle/>
          <a:p>
            <a:fld id="{B6FAE0D4-656D-40FB-892B-287CAA2B365F}" type="slidenum">
              <a:rPr lang="en-US" smtClean="0"/>
              <a:t>‹#›</a:t>
            </a:fld>
            <a:endParaRPr lang="en-US"/>
          </a:p>
        </p:txBody>
      </p:sp>
    </p:spTree>
    <p:extLst>
      <p:ext uri="{BB962C8B-B14F-4D97-AF65-F5344CB8AC3E}">
        <p14:creationId xmlns:p14="http://schemas.microsoft.com/office/powerpoint/2010/main" val="3175589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171AA-84D8-37AD-1116-04BEEB4CB1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D34865A-685E-2B12-605E-E6DF15758A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5C731B5-E3EF-5D62-6DF6-0F0E4D85BB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B09801-CB15-A82E-495A-D34938744CC5}"/>
              </a:ext>
            </a:extLst>
          </p:cNvPr>
          <p:cNvSpPr>
            <a:spLocks noGrp="1"/>
          </p:cNvSpPr>
          <p:nvPr>
            <p:ph type="dt" sz="half" idx="10"/>
          </p:nvPr>
        </p:nvSpPr>
        <p:spPr/>
        <p:txBody>
          <a:bodyPr/>
          <a:lstStyle/>
          <a:p>
            <a:fld id="{34123930-28C2-45B3-B7C3-298A5E81EB89}" type="datetimeFigureOut">
              <a:rPr lang="en-US" smtClean="0"/>
              <a:t>11/15/2025</a:t>
            </a:fld>
            <a:endParaRPr lang="en-US"/>
          </a:p>
        </p:txBody>
      </p:sp>
      <p:sp>
        <p:nvSpPr>
          <p:cNvPr id="6" name="Footer Placeholder 5">
            <a:extLst>
              <a:ext uri="{FF2B5EF4-FFF2-40B4-BE49-F238E27FC236}">
                <a16:creationId xmlns:a16="http://schemas.microsoft.com/office/drawing/2014/main" id="{7544981A-5222-770B-815A-4D84E07916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54903C-DA47-56A2-CCE7-CB1E95E96853}"/>
              </a:ext>
            </a:extLst>
          </p:cNvPr>
          <p:cNvSpPr>
            <a:spLocks noGrp="1"/>
          </p:cNvSpPr>
          <p:nvPr>
            <p:ph type="sldNum" sz="quarter" idx="12"/>
          </p:nvPr>
        </p:nvSpPr>
        <p:spPr/>
        <p:txBody>
          <a:bodyPr/>
          <a:lstStyle/>
          <a:p>
            <a:fld id="{B6FAE0D4-656D-40FB-892B-287CAA2B365F}" type="slidenum">
              <a:rPr lang="en-US" smtClean="0"/>
              <a:t>‹#›</a:t>
            </a:fld>
            <a:endParaRPr lang="en-US"/>
          </a:p>
        </p:txBody>
      </p:sp>
    </p:spTree>
    <p:extLst>
      <p:ext uri="{BB962C8B-B14F-4D97-AF65-F5344CB8AC3E}">
        <p14:creationId xmlns:p14="http://schemas.microsoft.com/office/powerpoint/2010/main" val="12841026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ED0B1-E0DE-E011-A9BA-5C06EE0063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3F6923D-86E0-D114-411C-484298E5E7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7717C3-E4D6-BA3F-E6A7-A694DDA045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5313A7-BC7B-F6D2-98B1-7D1873249FCE}"/>
              </a:ext>
            </a:extLst>
          </p:cNvPr>
          <p:cNvSpPr>
            <a:spLocks noGrp="1"/>
          </p:cNvSpPr>
          <p:nvPr>
            <p:ph type="dt" sz="half" idx="10"/>
          </p:nvPr>
        </p:nvSpPr>
        <p:spPr/>
        <p:txBody>
          <a:bodyPr/>
          <a:lstStyle/>
          <a:p>
            <a:fld id="{34123930-28C2-45B3-B7C3-298A5E81EB89}" type="datetimeFigureOut">
              <a:rPr lang="en-US" smtClean="0"/>
              <a:t>11/15/2025</a:t>
            </a:fld>
            <a:endParaRPr lang="en-US"/>
          </a:p>
        </p:txBody>
      </p:sp>
      <p:sp>
        <p:nvSpPr>
          <p:cNvPr id="6" name="Footer Placeholder 5">
            <a:extLst>
              <a:ext uri="{FF2B5EF4-FFF2-40B4-BE49-F238E27FC236}">
                <a16:creationId xmlns:a16="http://schemas.microsoft.com/office/drawing/2014/main" id="{44FD70AC-8120-EF51-5C07-FA5B818AE7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D0C29F-940A-172A-7961-0561EED0E033}"/>
              </a:ext>
            </a:extLst>
          </p:cNvPr>
          <p:cNvSpPr>
            <a:spLocks noGrp="1"/>
          </p:cNvSpPr>
          <p:nvPr>
            <p:ph type="sldNum" sz="quarter" idx="12"/>
          </p:nvPr>
        </p:nvSpPr>
        <p:spPr/>
        <p:txBody>
          <a:bodyPr/>
          <a:lstStyle/>
          <a:p>
            <a:fld id="{B6FAE0D4-656D-40FB-892B-287CAA2B365F}" type="slidenum">
              <a:rPr lang="en-US" smtClean="0"/>
              <a:t>‹#›</a:t>
            </a:fld>
            <a:endParaRPr lang="en-US"/>
          </a:p>
        </p:txBody>
      </p:sp>
    </p:spTree>
    <p:extLst>
      <p:ext uri="{BB962C8B-B14F-4D97-AF65-F5344CB8AC3E}">
        <p14:creationId xmlns:p14="http://schemas.microsoft.com/office/powerpoint/2010/main" val="3241118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DF928-E2A9-2E05-F398-DC6FDC43745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F55D08-F44E-83F1-0CA5-A477343D89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3B26F3-7A73-050C-3265-21EF5FDDFED7}"/>
              </a:ext>
            </a:extLst>
          </p:cNvPr>
          <p:cNvSpPr>
            <a:spLocks noGrp="1"/>
          </p:cNvSpPr>
          <p:nvPr>
            <p:ph type="dt" sz="half" idx="10"/>
          </p:nvPr>
        </p:nvSpPr>
        <p:spPr/>
        <p:txBody>
          <a:bodyPr/>
          <a:lstStyle/>
          <a:p>
            <a:fld id="{34123930-28C2-45B3-B7C3-298A5E81EB89}" type="datetimeFigureOut">
              <a:rPr lang="en-US" smtClean="0"/>
              <a:t>11/15/2025</a:t>
            </a:fld>
            <a:endParaRPr lang="en-US"/>
          </a:p>
        </p:txBody>
      </p:sp>
      <p:sp>
        <p:nvSpPr>
          <p:cNvPr id="5" name="Footer Placeholder 4">
            <a:extLst>
              <a:ext uri="{FF2B5EF4-FFF2-40B4-BE49-F238E27FC236}">
                <a16:creationId xmlns:a16="http://schemas.microsoft.com/office/drawing/2014/main" id="{09C7BE2E-4DBF-4966-6043-0D75872EAD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94DDB3-860B-9F69-E9F0-98F7B789F94A}"/>
              </a:ext>
            </a:extLst>
          </p:cNvPr>
          <p:cNvSpPr>
            <a:spLocks noGrp="1"/>
          </p:cNvSpPr>
          <p:nvPr>
            <p:ph type="sldNum" sz="quarter" idx="12"/>
          </p:nvPr>
        </p:nvSpPr>
        <p:spPr/>
        <p:txBody>
          <a:bodyPr/>
          <a:lstStyle/>
          <a:p>
            <a:fld id="{B6FAE0D4-656D-40FB-892B-287CAA2B365F}" type="slidenum">
              <a:rPr lang="en-US" smtClean="0"/>
              <a:t>‹#›</a:t>
            </a:fld>
            <a:endParaRPr lang="en-US"/>
          </a:p>
        </p:txBody>
      </p:sp>
    </p:spTree>
    <p:extLst>
      <p:ext uri="{BB962C8B-B14F-4D97-AF65-F5344CB8AC3E}">
        <p14:creationId xmlns:p14="http://schemas.microsoft.com/office/powerpoint/2010/main" val="30245208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02969D-806D-4FF3-BDE8-7197F761FA0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6E87D7B-C1CF-1F35-C3AC-402207CD3E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BE772A-3EC4-6807-D956-C8EE4CDE73E2}"/>
              </a:ext>
            </a:extLst>
          </p:cNvPr>
          <p:cNvSpPr>
            <a:spLocks noGrp="1"/>
          </p:cNvSpPr>
          <p:nvPr>
            <p:ph type="dt" sz="half" idx="10"/>
          </p:nvPr>
        </p:nvSpPr>
        <p:spPr/>
        <p:txBody>
          <a:bodyPr/>
          <a:lstStyle/>
          <a:p>
            <a:fld id="{34123930-28C2-45B3-B7C3-298A5E81EB89}" type="datetimeFigureOut">
              <a:rPr lang="en-US" smtClean="0"/>
              <a:t>11/15/2025</a:t>
            </a:fld>
            <a:endParaRPr lang="en-US"/>
          </a:p>
        </p:txBody>
      </p:sp>
      <p:sp>
        <p:nvSpPr>
          <p:cNvPr id="5" name="Footer Placeholder 4">
            <a:extLst>
              <a:ext uri="{FF2B5EF4-FFF2-40B4-BE49-F238E27FC236}">
                <a16:creationId xmlns:a16="http://schemas.microsoft.com/office/drawing/2014/main" id="{7F5EF70B-8839-3926-DDFF-8BA9BEDC9F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027C33-6AB7-5377-C2AD-62B49011714C}"/>
              </a:ext>
            </a:extLst>
          </p:cNvPr>
          <p:cNvSpPr>
            <a:spLocks noGrp="1"/>
          </p:cNvSpPr>
          <p:nvPr>
            <p:ph type="sldNum" sz="quarter" idx="12"/>
          </p:nvPr>
        </p:nvSpPr>
        <p:spPr/>
        <p:txBody>
          <a:bodyPr/>
          <a:lstStyle/>
          <a:p>
            <a:fld id="{B6FAE0D4-656D-40FB-892B-287CAA2B365F}" type="slidenum">
              <a:rPr lang="en-US" smtClean="0"/>
              <a:t>‹#›</a:t>
            </a:fld>
            <a:endParaRPr lang="en-US"/>
          </a:p>
        </p:txBody>
      </p:sp>
    </p:spTree>
    <p:extLst>
      <p:ext uri="{BB962C8B-B14F-4D97-AF65-F5344CB8AC3E}">
        <p14:creationId xmlns:p14="http://schemas.microsoft.com/office/powerpoint/2010/main" val="11985302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1026" name="Picture 2" descr="Manav Rachna Vidyanatariksha - Manav Rachna Educational Institutions">
            <a:extLst>
              <a:ext uri="{FF2B5EF4-FFF2-40B4-BE49-F238E27FC236}">
                <a16:creationId xmlns:a16="http://schemas.microsoft.com/office/drawing/2014/main" id="{DA56EE78-9C3F-7845-9EF2-96EEBB8F511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1729" y="4596370"/>
            <a:ext cx="3742348" cy="216380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anav Rachna announces MRNAT 2021 for admission to 100+ courses - Hindustan  Times">
            <a:extLst>
              <a:ext uri="{FF2B5EF4-FFF2-40B4-BE49-F238E27FC236}">
                <a16:creationId xmlns:a16="http://schemas.microsoft.com/office/drawing/2014/main" id="{089EA624-4520-7F4B-8195-8CAA7EB40498}"/>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09653" y="2389150"/>
            <a:ext cx="3505200" cy="220616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ourses - Explore new edge Courses at Manav Rachna">
            <a:extLst>
              <a:ext uri="{FF2B5EF4-FFF2-40B4-BE49-F238E27FC236}">
                <a16:creationId xmlns:a16="http://schemas.microsoft.com/office/drawing/2014/main" id="{4BFE081B-4D26-1948-B598-AAC2F9BA42AA}"/>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872632" y="2519901"/>
            <a:ext cx="3282073" cy="217196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Manav Rachna International University, Aravalli Campus | Edunuts">
            <a:extLst>
              <a:ext uri="{FF2B5EF4-FFF2-40B4-BE49-F238E27FC236}">
                <a16:creationId xmlns:a16="http://schemas.microsoft.com/office/drawing/2014/main" id="{0B247C89-BA4B-9E4A-B1DE-853BEAF0EDA6}"/>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8822108" y="100075"/>
            <a:ext cx="3332597" cy="2419826"/>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Untitled design (1)">
            <a:extLst>
              <a:ext uri="{FF2B5EF4-FFF2-40B4-BE49-F238E27FC236}">
                <a16:creationId xmlns:a16="http://schemas.microsoft.com/office/drawing/2014/main" id="{C1476F4A-AE22-A04D-A3DD-89121DEAAE90}"/>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168648" y="100075"/>
            <a:ext cx="4217897" cy="2390142"/>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ED3E1F66-616A-654E-9B12-6C27A1F57CDB}"/>
              </a:ext>
            </a:extLst>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6064250" y="3397250"/>
            <a:ext cx="63500" cy="63500"/>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a:extLst>
              <a:ext uri="{FF2B5EF4-FFF2-40B4-BE49-F238E27FC236}">
                <a16:creationId xmlns:a16="http://schemas.microsoft.com/office/drawing/2014/main" id="{1C04F10C-4F57-BD4C-90DB-FAFD2185B524}"/>
              </a:ext>
            </a:extLst>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6216650" y="3549650"/>
            <a:ext cx="63500" cy="63500"/>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a:extLst>
              <a:ext uri="{FF2B5EF4-FFF2-40B4-BE49-F238E27FC236}">
                <a16:creationId xmlns:a16="http://schemas.microsoft.com/office/drawing/2014/main" id="{5D879326-88C5-8F43-9034-478FE581413A}"/>
              </a:ext>
            </a:extLst>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6369050" y="3702050"/>
            <a:ext cx="63500" cy="63500"/>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Manav Rachna International Institute of Research and Studies - Wikipedia">
            <a:extLst>
              <a:ext uri="{FF2B5EF4-FFF2-40B4-BE49-F238E27FC236}">
                <a16:creationId xmlns:a16="http://schemas.microsoft.com/office/drawing/2014/main" id="{1A9B9F7F-45A0-0045-A348-45989F0B0805}"/>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4054077" y="2499704"/>
            <a:ext cx="4405147" cy="2027835"/>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descr="manav rachana university - Samsung Members">
            <a:extLst>
              <a:ext uri="{FF2B5EF4-FFF2-40B4-BE49-F238E27FC236}">
                <a16:creationId xmlns:a16="http://schemas.microsoft.com/office/drawing/2014/main" id="{03086A82-E0A3-5A43-84FD-FE4B653F964E}"/>
              </a:ext>
            </a:extLst>
          </p:cNvPr>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4045446" y="4586883"/>
            <a:ext cx="4464302" cy="2168425"/>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descr="Manav Rachna International University Faridabad - Home | Facebook">
            <a:extLst>
              <a:ext uri="{FF2B5EF4-FFF2-40B4-BE49-F238E27FC236}">
                <a16:creationId xmlns:a16="http://schemas.microsoft.com/office/drawing/2014/main" id="{DC5F85BF-9EA6-5D4D-87B0-D2E0D22AB512}"/>
              </a:ext>
            </a:extLst>
          </p:cNvPr>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309653" y="106263"/>
            <a:ext cx="3505200" cy="2281834"/>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descr="Manav Rachna University - [MRU], Faridabad - Images, Photos, Videos,  Gallery 2022-2023">
            <a:extLst>
              <a:ext uri="{FF2B5EF4-FFF2-40B4-BE49-F238E27FC236}">
                <a16:creationId xmlns:a16="http://schemas.microsoft.com/office/drawing/2014/main" id="{B6184619-859E-6D48-8A27-977A81CDB884}"/>
              </a:ext>
            </a:extLst>
          </p:cNvPr>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8509748" y="4595317"/>
            <a:ext cx="3682252" cy="21697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2065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98000">
              <a:schemeClr val="accent4">
                <a:lumMod val="5000"/>
                <a:lumOff val="95000"/>
              </a:schemeClr>
            </a:gs>
            <a:gs pos="100000">
              <a:schemeClr val="accent4">
                <a:lumMod val="45000"/>
                <a:lumOff val="55000"/>
              </a:schemeClr>
            </a:gs>
            <a:gs pos="99000">
              <a:schemeClr val="accent4">
                <a:lumMod val="45000"/>
                <a:lumOff val="55000"/>
              </a:schemeClr>
            </a:gs>
            <a:gs pos="100000">
              <a:schemeClr val="accent4">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C825BD-E8E9-E78C-3780-E97A580D21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1356351-0E30-4384-6280-4434DE6930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AEF2E7-C51A-5085-56F4-A666EA11AA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123930-28C2-45B3-B7C3-298A5E81EB89}" type="datetimeFigureOut">
              <a:rPr lang="en-US" smtClean="0"/>
              <a:t>11/15/2025</a:t>
            </a:fld>
            <a:endParaRPr lang="en-US"/>
          </a:p>
        </p:txBody>
      </p:sp>
      <p:sp>
        <p:nvSpPr>
          <p:cNvPr id="5" name="Footer Placeholder 4">
            <a:extLst>
              <a:ext uri="{FF2B5EF4-FFF2-40B4-BE49-F238E27FC236}">
                <a16:creationId xmlns:a16="http://schemas.microsoft.com/office/drawing/2014/main" id="{0D430E41-FEF8-200C-B5D6-F6DE9798A9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398D8E0-0F46-B64E-2ED1-E99D4AAB7C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AE0D4-656D-40FB-892B-287CAA2B365F}" type="slidenum">
              <a:rPr lang="en-US" smtClean="0"/>
              <a:t>‹#›</a:t>
            </a:fld>
            <a:endParaRPr lang="en-US"/>
          </a:p>
        </p:txBody>
      </p:sp>
    </p:spTree>
    <p:extLst>
      <p:ext uri="{BB962C8B-B14F-4D97-AF65-F5344CB8AC3E}">
        <p14:creationId xmlns:p14="http://schemas.microsoft.com/office/powerpoint/2010/main" val="23264233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jp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link.springer.com/article/10.1007/s11042-023-15887-9" TargetMode="External"/><Relationship Id="rId2" Type="http://schemas.openxmlformats.org/officeDocument/2006/relationships/hyperlink" Target="https://www.sciencedirect.com/science/article/pii/S0308596123001118" TargetMode="Externa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1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40929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AD03F-A847-1A62-E789-91BB660B33AF}"/>
              </a:ext>
            </a:extLst>
          </p:cNvPr>
          <p:cNvSpPr>
            <a:spLocks noGrp="1"/>
          </p:cNvSpPr>
          <p:nvPr>
            <p:ph type="title"/>
          </p:nvPr>
        </p:nvSpPr>
        <p:spPr>
          <a:xfrm>
            <a:off x="497632" y="1436914"/>
            <a:ext cx="11196735" cy="3984171"/>
          </a:xfrm>
        </p:spPr>
        <p:txBody>
          <a:bodyPr>
            <a:normAutofit/>
          </a:bodyPr>
          <a:lstStyle/>
          <a:p>
            <a:pPr algn="ctr"/>
            <a:r>
              <a:rPr lang="en-US" sz="6600" dirty="0">
                <a:latin typeface="Times New Roman" panose="02020603050405020304" pitchFamily="18" charset="0"/>
                <a:cs typeface="Times New Roman" panose="02020603050405020304" pitchFamily="18" charset="0"/>
              </a:rPr>
              <a:t>Movie Recommendation</a:t>
            </a:r>
            <a:br>
              <a:rPr lang="en-US" sz="6600" dirty="0">
                <a:latin typeface="Times New Roman" panose="02020603050405020304" pitchFamily="18" charset="0"/>
                <a:cs typeface="Times New Roman" panose="02020603050405020304" pitchFamily="18" charset="0"/>
              </a:rPr>
            </a:br>
            <a:r>
              <a:rPr lang="en-US" sz="6600" dirty="0">
                <a:latin typeface="Times New Roman" panose="02020603050405020304" pitchFamily="18" charset="0"/>
                <a:cs typeface="Times New Roman" panose="02020603050405020304" pitchFamily="18" charset="0"/>
              </a:rPr>
              <a:t> System</a:t>
            </a:r>
            <a:endParaRPr lang="en-IN" sz="6600" dirty="0">
              <a:latin typeface="Times New Roman" panose="02020603050405020304" pitchFamily="18" charset="0"/>
              <a:cs typeface="Times New Roman" panose="02020603050405020304" pitchFamily="18" charset="0"/>
            </a:endParaRPr>
          </a:p>
        </p:txBody>
      </p:sp>
      <p:pic>
        <p:nvPicPr>
          <p:cNvPr id="4" name="Picture 3" descr="Text&#10;&#10;Description automatically generated">
            <a:extLst>
              <a:ext uri="{FF2B5EF4-FFF2-40B4-BE49-F238E27FC236}">
                <a16:creationId xmlns:a16="http://schemas.microsoft.com/office/drawing/2014/main" id="{A9C2F7E8-7E48-0392-7F58-C6D28F62FE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11935" y="77788"/>
            <a:ext cx="3705225" cy="828466"/>
          </a:xfrm>
          <a:prstGeom prst="rect">
            <a:avLst/>
          </a:prstGeom>
        </p:spPr>
      </p:pic>
    </p:spTree>
    <p:extLst>
      <p:ext uri="{BB962C8B-B14F-4D97-AF65-F5344CB8AC3E}">
        <p14:creationId xmlns:p14="http://schemas.microsoft.com/office/powerpoint/2010/main" val="2062801337"/>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A103B-F435-3AAD-8DB3-C5635AC880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047A18-5EA1-C786-EFD5-7C72915420D8}"/>
              </a:ext>
            </a:extLst>
          </p:cNvPr>
          <p:cNvSpPr>
            <a:spLocks noGrp="1"/>
          </p:cNvSpPr>
          <p:nvPr>
            <p:ph type="title"/>
          </p:nvPr>
        </p:nvSpPr>
        <p:spPr>
          <a:xfrm>
            <a:off x="553293" y="492021"/>
            <a:ext cx="5282966" cy="527058"/>
          </a:xfrm>
        </p:spPr>
        <p:txBody>
          <a:bodyPr>
            <a:normAutofit/>
          </a:bodyPr>
          <a:lstStyle/>
          <a:p>
            <a:r>
              <a:rPr lang="en-US" sz="2800" b="1" dirty="0">
                <a:latin typeface="Times New Roman" panose="02020603050405020304" pitchFamily="18" charset="0"/>
                <a:cs typeface="Times New Roman" panose="02020603050405020304" pitchFamily="18" charset="0"/>
              </a:rPr>
              <a:t>Movie Recommendation System</a:t>
            </a:r>
            <a:endParaRPr lang="en-IN" sz="2800" b="1" dirty="0">
              <a:latin typeface="Times New Roman" panose="02020603050405020304" pitchFamily="18" charset="0"/>
              <a:cs typeface="Times New Roman" panose="02020603050405020304" pitchFamily="18" charset="0"/>
            </a:endParaRPr>
          </a:p>
        </p:txBody>
      </p:sp>
      <p:pic>
        <p:nvPicPr>
          <p:cNvPr id="4" name="Picture 3" descr="Text&#10;&#10;Description automatically generated">
            <a:extLst>
              <a:ext uri="{FF2B5EF4-FFF2-40B4-BE49-F238E27FC236}">
                <a16:creationId xmlns:a16="http://schemas.microsoft.com/office/drawing/2014/main" id="{B0C3CC90-7BC9-642F-A714-2FEDCE0E01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11935" y="77788"/>
            <a:ext cx="3705225" cy="828466"/>
          </a:xfrm>
          <a:prstGeom prst="rect">
            <a:avLst/>
          </a:prstGeom>
        </p:spPr>
      </p:pic>
      <p:graphicFrame>
        <p:nvGraphicFramePr>
          <p:cNvPr id="3" name="Table 2">
            <a:extLst>
              <a:ext uri="{FF2B5EF4-FFF2-40B4-BE49-F238E27FC236}">
                <a16:creationId xmlns:a16="http://schemas.microsoft.com/office/drawing/2014/main" id="{BC019691-D8CA-4F6D-F787-0C24A4668045}"/>
              </a:ext>
            </a:extLst>
          </p:cNvPr>
          <p:cNvGraphicFramePr>
            <a:graphicFrameLocks noGrp="1"/>
          </p:cNvGraphicFramePr>
          <p:nvPr>
            <p:extLst>
              <p:ext uri="{D42A27DB-BD31-4B8C-83A1-F6EECF244321}">
                <p14:modId xmlns:p14="http://schemas.microsoft.com/office/powerpoint/2010/main" val="282850257"/>
              </p:ext>
            </p:extLst>
          </p:nvPr>
        </p:nvGraphicFramePr>
        <p:xfrm>
          <a:off x="3357438" y="2442133"/>
          <a:ext cx="6995160" cy="1756155"/>
        </p:xfrm>
        <a:graphic>
          <a:graphicData uri="http://schemas.openxmlformats.org/drawingml/2006/table">
            <a:tbl>
              <a:tblPr/>
              <a:tblGrid>
                <a:gridCol w="2331720">
                  <a:extLst>
                    <a:ext uri="{9D8B030D-6E8A-4147-A177-3AD203B41FA5}">
                      <a16:colId xmlns:a16="http://schemas.microsoft.com/office/drawing/2014/main" val="3358692200"/>
                    </a:ext>
                  </a:extLst>
                </a:gridCol>
                <a:gridCol w="2331720">
                  <a:extLst>
                    <a:ext uri="{9D8B030D-6E8A-4147-A177-3AD203B41FA5}">
                      <a16:colId xmlns:a16="http://schemas.microsoft.com/office/drawing/2014/main" val="1167955170"/>
                    </a:ext>
                  </a:extLst>
                </a:gridCol>
                <a:gridCol w="2331720">
                  <a:extLst>
                    <a:ext uri="{9D8B030D-6E8A-4147-A177-3AD203B41FA5}">
                      <a16:colId xmlns:a16="http://schemas.microsoft.com/office/drawing/2014/main" val="198524223"/>
                    </a:ext>
                  </a:extLst>
                </a:gridCol>
              </a:tblGrid>
              <a:tr h="477388">
                <a:tc>
                  <a:txBody>
                    <a:bodyPr/>
                    <a:lstStyle/>
                    <a:p>
                      <a:pPr>
                        <a:buNone/>
                      </a:pPr>
                      <a:r>
                        <a:rPr lang="en-IN" b="1" dirty="0"/>
                        <a:t>Student’s Name</a:t>
                      </a:r>
                      <a:endParaRPr lang="en-IN" dirty="0"/>
                    </a:p>
                  </a:txBody>
                  <a:tcPr anchor="ctr">
                    <a:lnL>
                      <a:noFill/>
                    </a:lnL>
                    <a:lnR>
                      <a:noFill/>
                    </a:lnR>
                    <a:lnT>
                      <a:noFill/>
                    </a:lnT>
                    <a:lnB>
                      <a:noFill/>
                    </a:lnB>
                    <a:noFill/>
                  </a:tcPr>
                </a:tc>
                <a:tc>
                  <a:txBody>
                    <a:bodyPr/>
                    <a:lstStyle/>
                    <a:p>
                      <a:pPr>
                        <a:buNone/>
                      </a:pPr>
                      <a:r>
                        <a:rPr lang="en-IN" b="1"/>
                        <a:t>Roll Number</a:t>
                      </a:r>
                      <a:endParaRPr lang="en-IN"/>
                    </a:p>
                  </a:txBody>
                  <a:tcPr anchor="ctr">
                    <a:lnL>
                      <a:noFill/>
                    </a:lnL>
                    <a:lnR>
                      <a:noFill/>
                    </a:lnR>
                    <a:lnT>
                      <a:noFill/>
                    </a:lnT>
                    <a:lnB>
                      <a:noFill/>
                    </a:lnB>
                    <a:noFill/>
                  </a:tcPr>
                </a:tc>
                <a:tc>
                  <a:txBody>
                    <a:bodyPr/>
                    <a:lstStyle/>
                    <a:p>
                      <a:pPr>
                        <a:buNone/>
                      </a:pPr>
                      <a:r>
                        <a:rPr lang="en-IN" b="1"/>
                        <a:t>Branch</a:t>
                      </a:r>
                      <a:endParaRPr lang="en-IN"/>
                    </a:p>
                  </a:txBody>
                  <a:tcPr anchor="ctr">
                    <a:lnL>
                      <a:noFill/>
                    </a:lnL>
                    <a:lnR>
                      <a:noFill/>
                    </a:lnR>
                    <a:lnT>
                      <a:noFill/>
                    </a:lnT>
                    <a:lnB>
                      <a:noFill/>
                    </a:lnB>
                    <a:noFill/>
                  </a:tcPr>
                </a:tc>
                <a:extLst>
                  <a:ext uri="{0D108BD9-81ED-4DB2-BD59-A6C34878D82A}">
                    <a16:rowId xmlns:a16="http://schemas.microsoft.com/office/drawing/2014/main" val="286598641"/>
                  </a:ext>
                </a:extLst>
              </a:tr>
              <a:tr h="801379">
                <a:tc>
                  <a:txBody>
                    <a:bodyPr/>
                    <a:lstStyle/>
                    <a:p>
                      <a:pPr>
                        <a:buNone/>
                      </a:pPr>
                      <a:r>
                        <a:rPr lang="en-IN"/>
                        <a:t>Revanth Sai Bomma</a:t>
                      </a:r>
                    </a:p>
                  </a:txBody>
                  <a:tcPr anchor="ctr">
                    <a:lnL>
                      <a:noFill/>
                    </a:lnL>
                    <a:lnR>
                      <a:noFill/>
                    </a:lnR>
                    <a:lnT>
                      <a:noFill/>
                    </a:lnT>
                    <a:lnB>
                      <a:noFill/>
                    </a:lnB>
                    <a:noFill/>
                  </a:tcPr>
                </a:tc>
                <a:tc>
                  <a:txBody>
                    <a:bodyPr/>
                    <a:lstStyle/>
                    <a:p>
                      <a:pPr>
                        <a:buNone/>
                      </a:pPr>
                      <a:r>
                        <a:rPr lang="en-IN"/>
                        <a:t>1/23/SET/BCS/417</a:t>
                      </a:r>
                    </a:p>
                  </a:txBody>
                  <a:tcPr anchor="ctr">
                    <a:lnL>
                      <a:noFill/>
                    </a:lnL>
                    <a:lnR>
                      <a:noFill/>
                    </a:lnR>
                    <a:lnT>
                      <a:noFill/>
                    </a:lnT>
                    <a:lnB>
                      <a:noFill/>
                    </a:lnB>
                    <a:noFill/>
                  </a:tcPr>
                </a:tc>
                <a:tc>
                  <a:txBody>
                    <a:bodyPr/>
                    <a:lstStyle/>
                    <a:p>
                      <a:pPr>
                        <a:buNone/>
                      </a:pPr>
                      <a:r>
                        <a:rPr lang="en-IN" dirty="0"/>
                        <a:t>CSE AIML</a:t>
                      </a:r>
                    </a:p>
                  </a:txBody>
                  <a:tcPr anchor="ctr">
                    <a:lnL>
                      <a:noFill/>
                    </a:lnL>
                    <a:lnR>
                      <a:noFill/>
                    </a:lnR>
                    <a:lnT>
                      <a:noFill/>
                    </a:lnT>
                    <a:lnB>
                      <a:noFill/>
                    </a:lnB>
                    <a:noFill/>
                  </a:tcPr>
                </a:tc>
                <a:extLst>
                  <a:ext uri="{0D108BD9-81ED-4DB2-BD59-A6C34878D82A}">
                    <a16:rowId xmlns:a16="http://schemas.microsoft.com/office/drawing/2014/main" val="1473043885"/>
                  </a:ext>
                </a:extLst>
              </a:tr>
              <a:tr h="477388">
                <a:tc>
                  <a:txBody>
                    <a:bodyPr/>
                    <a:lstStyle/>
                    <a:p>
                      <a:pPr>
                        <a:buNone/>
                      </a:pPr>
                      <a:r>
                        <a:rPr lang="en-US" dirty="0"/>
                        <a:t>H</a:t>
                      </a:r>
                      <a:r>
                        <a:rPr lang="en-IN" dirty="0" err="1"/>
                        <a:t>imani</a:t>
                      </a:r>
                      <a:r>
                        <a:rPr lang="en-IN" dirty="0"/>
                        <a:t> Sharma</a:t>
                      </a:r>
                    </a:p>
                  </a:txBody>
                  <a:tcPr anchor="ctr">
                    <a:lnL>
                      <a:noFill/>
                    </a:lnL>
                    <a:lnR>
                      <a:noFill/>
                    </a:lnR>
                    <a:lnT>
                      <a:noFill/>
                    </a:lnT>
                    <a:lnB>
                      <a:noFill/>
                    </a:lnB>
                    <a:noFill/>
                  </a:tcPr>
                </a:tc>
                <a:tc>
                  <a:txBody>
                    <a:bodyPr/>
                    <a:lstStyle/>
                    <a:p>
                      <a:pPr>
                        <a:buNone/>
                      </a:pPr>
                      <a:r>
                        <a:rPr lang="en-IN" dirty="0"/>
                        <a:t>1/23/SET/BCS/425</a:t>
                      </a:r>
                    </a:p>
                  </a:txBody>
                  <a:tcPr anchor="ctr">
                    <a:lnL>
                      <a:noFill/>
                    </a:lnL>
                    <a:lnR>
                      <a:noFill/>
                    </a:lnR>
                    <a:lnT>
                      <a:noFill/>
                    </a:lnT>
                    <a:lnB>
                      <a:noFill/>
                    </a:lnB>
                    <a:noFill/>
                  </a:tcPr>
                </a:tc>
                <a:tc>
                  <a:txBody>
                    <a:bodyPr/>
                    <a:lstStyle/>
                    <a:p>
                      <a:pPr>
                        <a:buNone/>
                      </a:pPr>
                      <a:r>
                        <a:rPr lang="en-IN" dirty="0"/>
                        <a:t>CSE AIML</a:t>
                      </a:r>
                    </a:p>
                  </a:txBody>
                  <a:tcPr anchor="ctr">
                    <a:lnL>
                      <a:noFill/>
                    </a:lnL>
                    <a:lnR>
                      <a:noFill/>
                    </a:lnR>
                    <a:lnT>
                      <a:noFill/>
                    </a:lnT>
                    <a:lnB>
                      <a:noFill/>
                    </a:lnB>
                    <a:noFill/>
                  </a:tcPr>
                </a:tc>
                <a:extLst>
                  <a:ext uri="{0D108BD9-81ED-4DB2-BD59-A6C34878D82A}">
                    <a16:rowId xmlns:a16="http://schemas.microsoft.com/office/drawing/2014/main" val="572682865"/>
                  </a:ext>
                </a:extLst>
              </a:tr>
            </a:tbl>
          </a:graphicData>
        </a:graphic>
      </p:graphicFrame>
      <p:sp>
        <p:nvSpPr>
          <p:cNvPr id="7" name="TextBox 6">
            <a:extLst>
              <a:ext uri="{FF2B5EF4-FFF2-40B4-BE49-F238E27FC236}">
                <a16:creationId xmlns:a16="http://schemas.microsoft.com/office/drawing/2014/main" id="{988E66E1-A912-0927-0ADE-84C5CE9C3BF6}"/>
              </a:ext>
            </a:extLst>
          </p:cNvPr>
          <p:cNvSpPr txBox="1"/>
          <p:nvPr/>
        </p:nvSpPr>
        <p:spPr>
          <a:xfrm>
            <a:off x="2959873" y="4681416"/>
            <a:ext cx="6094674" cy="1143903"/>
          </a:xfrm>
          <a:prstGeom prst="rect">
            <a:avLst/>
          </a:prstGeom>
          <a:noFill/>
        </p:spPr>
        <p:txBody>
          <a:bodyPr wrap="square">
            <a:spAutoFit/>
          </a:bodyPr>
          <a:lstStyle/>
          <a:p>
            <a:r>
              <a:rPr lang="en-US" sz="1800" b="1" dirty="0"/>
              <a:t>                                   Under the Guidance of </a:t>
            </a:r>
          </a:p>
          <a:p>
            <a:pPr algn="ctr">
              <a:spcBef>
                <a:spcPts val="1145"/>
              </a:spcBef>
            </a:pPr>
            <a:r>
              <a:rPr lang="en-US" sz="1800" b="1" dirty="0">
                <a:effectLst/>
                <a:latin typeface="Times New Roman" panose="02020603050405020304" pitchFamily="18" charset="0"/>
                <a:ea typeface="Times New Roman" panose="02020603050405020304" pitchFamily="18" charset="0"/>
              </a:rPr>
              <a:t>Ms. </a:t>
            </a:r>
            <a:r>
              <a:rPr lang="en-US" b="1" dirty="0">
                <a:latin typeface="Times New Roman" panose="02020603050405020304" pitchFamily="18" charset="0"/>
                <a:cs typeface="Times New Roman" panose="02020603050405020304" pitchFamily="18" charset="0"/>
              </a:rPr>
              <a:t>Shaveta Jain</a:t>
            </a:r>
            <a:endParaRPr lang="en-IN" dirty="0">
              <a:latin typeface="Times New Roman" panose="02020603050405020304" pitchFamily="18" charset="0"/>
              <a:cs typeface="Times New Roman" panose="02020603050405020304" pitchFamily="18" charset="0"/>
            </a:endParaRPr>
          </a:p>
          <a:p>
            <a:pPr algn="ctr">
              <a:spcBef>
                <a:spcPts val="1145"/>
              </a:spcBef>
              <a:buNone/>
            </a:pPr>
            <a:endParaRPr lang="en-IN" sz="1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476613675"/>
      </p:ext>
    </p:extLst>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3B85C-83D1-DD39-BDCA-6597D985A8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8836FD-240D-8971-DAFF-71B6B966B976}"/>
              </a:ext>
            </a:extLst>
          </p:cNvPr>
          <p:cNvSpPr>
            <a:spLocks noGrp="1"/>
          </p:cNvSpPr>
          <p:nvPr>
            <p:ph type="title"/>
          </p:nvPr>
        </p:nvSpPr>
        <p:spPr>
          <a:xfrm>
            <a:off x="838200" y="365125"/>
            <a:ext cx="7747000" cy="1325563"/>
          </a:xfrm>
        </p:spPr>
        <p:txBody>
          <a:bodyPr>
            <a:normAutofit/>
          </a:bodyPr>
          <a:lstStyle/>
          <a:p>
            <a:r>
              <a:rPr lang="en-US" sz="3600" dirty="0">
                <a:latin typeface="Times New Roman" panose="02020603050405020304" pitchFamily="18" charset="0"/>
                <a:cs typeface="Times New Roman" panose="02020603050405020304" pitchFamily="18" charset="0"/>
              </a:rPr>
              <a:t>CONTENTS</a:t>
            </a:r>
          </a:p>
        </p:txBody>
      </p:sp>
      <p:pic>
        <p:nvPicPr>
          <p:cNvPr id="4" name="Picture 3" descr="Text&#10;&#10;Description automatically generated">
            <a:extLst>
              <a:ext uri="{FF2B5EF4-FFF2-40B4-BE49-F238E27FC236}">
                <a16:creationId xmlns:a16="http://schemas.microsoft.com/office/drawing/2014/main" id="{3BA71473-A5F5-776C-C070-F05CC9EBE4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11935" y="77788"/>
            <a:ext cx="3705225" cy="828466"/>
          </a:xfrm>
          <a:prstGeom prst="rect">
            <a:avLst/>
          </a:prstGeom>
        </p:spPr>
      </p:pic>
      <p:sp>
        <p:nvSpPr>
          <p:cNvPr id="5" name="Content Placeholder 2">
            <a:extLst>
              <a:ext uri="{FF2B5EF4-FFF2-40B4-BE49-F238E27FC236}">
                <a16:creationId xmlns:a16="http://schemas.microsoft.com/office/drawing/2014/main" id="{49094047-1F95-0760-5A47-A5112399A13D}"/>
              </a:ext>
            </a:extLst>
          </p:cNvPr>
          <p:cNvSpPr>
            <a:spLocks noGrp="1"/>
          </p:cNvSpPr>
          <p:nvPr>
            <p:ph idx="1"/>
          </p:nvPr>
        </p:nvSpPr>
        <p:spPr>
          <a:xfrm>
            <a:off x="838200" y="1978025"/>
            <a:ext cx="10515600" cy="4351338"/>
          </a:xfrm>
        </p:spPr>
        <p:txBody>
          <a:bodyPr>
            <a:normAutofit/>
          </a:bodyPr>
          <a:lstStyle/>
          <a:p>
            <a:pPr marL="457200" indent="-457200" algn="just">
              <a:buFont typeface="+mj-lt"/>
              <a:buAutoNum type="arabicPeriod"/>
            </a:pPr>
            <a:r>
              <a:rPr lang="en-US" sz="2400" b="1" dirty="0"/>
              <a:t>Introduction</a:t>
            </a:r>
          </a:p>
          <a:p>
            <a:pPr marL="457200" indent="-457200" algn="just">
              <a:buFont typeface="+mj-lt"/>
              <a:buAutoNum type="arabicPeriod"/>
            </a:pPr>
            <a:r>
              <a:rPr lang="en-US" sz="2400" b="1" dirty="0"/>
              <a:t>Literature review</a:t>
            </a:r>
          </a:p>
          <a:p>
            <a:pPr marL="457200" indent="-457200" algn="just">
              <a:buFont typeface="+mj-lt"/>
              <a:buAutoNum type="arabicPeriod"/>
            </a:pPr>
            <a:r>
              <a:rPr lang="en-US" sz="2400" b="1" dirty="0"/>
              <a:t>Proposed model</a:t>
            </a:r>
          </a:p>
          <a:p>
            <a:pPr marL="457200" indent="-457200" algn="just">
              <a:buFont typeface="+mj-lt"/>
              <a:buAutoNum type="arabicPeriod"/>
            </a:pPr>
            <a:r>
              <a:rPr lang="en-US" sz="2400" b="1" strike="noStrike" spc="-1" dirty="0">
                <a:latin typeface="Calibri"/>
              </a:rPr>
              <a:t>Proposed methodology</a:t>
            </a:r>
          </a:p>
          <a:p>
            <a:pPr marL="457200" indent="-457200" algn="just">
              <a:buFont typeface="+mj-lt"/>
              <a:buAutoNum type="arabicPeriod"/>
            </a:pPr>
            <a:r>
              <a:rPr lang="en-US" sz="2400" b="1" strike="noStrike" spc="-1" dirty="0">
                <a:latin typeface="Calibri"/>
              </a:rPr>
              <a:t>Results</a:t>
            </a:r>
          </a:p>
          <a:p>
            <a:pPr marL="457200" indent="-457200" algn="just">
              <a:buFont typeface="+mj-lt"/>
              <a:buAutoNum type="arabicPeriod"/>
            </a:pPr>
            <a:r>
              <a:rPr lang="en-US" sz="2400" b="1" spc="-1" dirty="0">
                <a:latin typeface="Calibri"/>
              </a:rPr>
              <a:t>Future scope</a:t>
            </a:r>
            <a:endParaRPr lang="en-US" sz="2400" b="1" strike="noStrike" spc="-1" dirty="0">
              <a:latin typeface="Calibri"/>
            </a:endParaRPr>
          </a:p>
          <a:p>
            <a:pPr marL="457200" indent="-457200" algn="just">
              <a:buFont typeface="+mj-lt"/>
              <a:buAutoNum type="arabicPeriod"/>
            </a:pPr>
            <a:r>
              <a:rPr lang="en-US" sz="2400" b="1" dirty="0"/>
              <a:t>References </a:t>
            </a:r>
            <a:r>
              <a:rPr lang="en-US" sz="2400" dirty="0"/>
              <a:t>   </a:t>
            </a:r>
          </a:p>
        </p:txBody>
      </p:sp>
    </p:spTree>
    <p:extLst>
      <p:ext uri="{BB962C8B-B14F-4D97-AF65-F5344CB8AC3E}">
        <p14:creationId xmlns:p14="http://schemas.microsoft.com/office/powerpoint/2010/main" val="1894650334"/>
      </p:ext>
    </p:extLst>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80ECE-C3C5-1C8F-A6F6-B201D9CF0443}"/>
              </a:ext>
            </a:extLst>
          </p:cNvPr>
          <p:cNvSpPr>
            <a:spLocks noGrp="1"/>
          </p:cNvSpPr>
          <p:nvPr>
            <p:ph type="title"/>
          </p:nvPr>
        </p:nvSpPr>
        <p:spPr>
          <a:xfrm>
            <a:off x="103366" y="198699"/>
            <a:ext cx="10791611" cy="605306"/>
          </a:xfrm>
        </p:spPr>
        <p:txBody>
          <a:bodyPr>
            <a:normAutofit fontScale="90000"/>
          </a:bodyPr>
          <a:lstStyle/>
          <a:p>
            <a:r>
              <a:rPr lang="en-IN" sz="2800" b="1" dirty="0">
                <a:latin typeface="Times New Roman" panose="02020603050405020304" pitchFamily="18" charset="0"/>
                <a:cs typeface="Times New Roman" panose="02020603050405020304" pitchFamily="18" charset="0"/>
              </a:rPr>
              <a:t>Introduction</a:t>
            </a:r>
            <a:br>
              <a:rPr lang="en-IN" sz="2800" b="1" dirty="0">
                <a:latin typeface="Times New Roman" panose="02020603050405020304" pitchFamily="18" charset="0"/>
                <a:cs typeface="Times New Roman" panose="02020603050405020304" pitchFamily="18" charset="0"/>
              </a:rPr>
            </a:b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1372801-7EC2-5758-8CD8-4C52169D462F}"/>
              </a:ext>
            </a:extLst>
          </p:cNvPr>
          <p:cNvSpPr>
            <a:spLocks noGrp="1"/>
          </p:cNvSpPr>
          <p:nvPr>
            <p:ph idx="1"/>
          </p:nvPr>
        </p:nvSpPr>
        <p:spPr>
          <a:xfrm>
            <a:off x="1194816" y="4353285"/>
            <a:ext cx="9464040" cy="45719"/>
          </a:xfrm>
        </p:spPr>
        <p:txBody>
          <a:bodyPr>
            <a:normAutofit fontScale="25000" lnSpcReduction="20000"/>
          </a:bodyPr>
          <a:lstStyle/>
          <a:p>
            <a:pPr marL="0" indent="0" algn="just">
              <a:buNone/>
            </a:pPr>
            <a:endParaRPr lang="en-US" sz="1900" dirty="0">
              <a:latin typeface="Times New Roman" panose="02020603050405020304" pitchFamily="18" charset="0"/>
              <a:cs typeface="Times New Roman" panose="02020603050405020304" pitchFamily="18" charset="0"/>
            </a:endParaRPr>
          </a:p>
          <a:p>
            <a:pPr marL="0" indent="0" algn="just">
              <a:buNone/>
            </a:pPr>
            <a:endParaRPr lang="en-US" sz="1900" b="1" dirty="0">
              <a:latin typeface="Times New Roman" panose="02020603050405020304" pitchFamily="18" charset="0"/>
              <a:cs typeface="Times New Roman" panose="02020603050405020304" pitchFamily="18" charset="0"/>
            </a:endParaRPr>
          </a:p>
          <a:p>
            <a:pPr marL="0" indent="0" algn="just">
              <a:buNone/>
            </a:pPr>
            <a:endParaRPr lang="en-US" sz="1900" dirty="0">
              <a:latin typeface="Times New Roman" panose="02020603050405020304" pitchFamily="18" charset="0"/>
              <a:cs typeface="Times New Roman" panose="02020603050405020304" pitchFamily="18" charset="0"/>
            </a:endParaRPr>
          </a:p>
          <a:p>
            <a:pPr marL="0" indent="0" algn="just">
              <a:buNone/>
            </a:pPr>
            <a:endParaRPr lang="en-US"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marL="0" indent="0" algn="just">
              <a:buNone/>
            </a:pPr>
            <a:endParaRPr lang="en-US" b="1" dirty="0">
              <a:latin typeface="Times New Roman" panose="02020603050405020304" pitchFamily="18" charset="0"/>
              <a:cs typeface="Times New Roman" panose="02020603050405020304" pitchFamily="18" charset="0"/>
            </a:endParaRPr>
          </a:p>
        </p:txBody>
      </p:sp>
      <p:pic>
        <p:nvPicPr>
          <p:cNvPr id="4" name="Picture 3" descr="Text&#10;&#10;Description automatically generated">
            <a:extLst>
              <a:ext uri="{FF2B5EF4-FFF2-40B4-BE49-F238E27FC236}">
                <a16:creationId xmlns:a16="http://schemas.microsoft.com/office/drawing/2014/main" id="{849C1DF3-B975-A6A1-EC2E-EB1B6A4D6B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02604" y="87119"/>
            <a:ext cx="3705225" cy="828466"/>
          </a:xfrm>
          <a:prstGeom prst="rect">
            <a:avLst/>
          </a:prstGeom>
        </p:spPr>
      </p:pic>
      <p:sp>
        <p:nvSpPr>
          <p:cNvPr id="12" name="Rectangle 5">
            <a:extLst>
              <a:ext uri="{FF2B5EF4-FFF2-40B4-BE49-F238E27FC236}">
                <a16:creationId xmlns:a16="http://schemas.microsoft.com/office/drawing/2014/main" id="{8450819F-667F-54F5-C88C-FCF127B66F5D}"/>
              </a:ext>
            </a:extLst>
          </p:cNvPr>
          <p:cNvSpPr>
            <a:spLocks noChangeArrowheads="1"/>
          </p:cNvSpPr>
          <p:nvPr/>
        </p:nvSpPr>
        <p:spPr bwMode="auto">
          <a:xfrm>
            <a:off x="413468" y="1372200"/>
            <a:ext cx="1097280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success of a movie often depends on multiple factors such as:</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 Audience sentiment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 Number of votes</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3. Critical revi</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ews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the age of digital platforms, movie ratings on websites like IMDB play a crucial role in:</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 Reflecting public opinion</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 Influencing viewers’ movie-watching decisions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focuses on analyzing and predicting IMDB movie ratings using a combination of:</a:t>
            </a:r>
          </a:p>
          <a:p>
            <a:pPr marL="0" marR="0" lvl="0" indent="0" algn="l" defTabSz="914400" rtl="0" eaLnBrk="0" fontAlgn="base" latinLnBrk="0" hangingPunct="0">
              <a:lnSpc>
                <a:spcPct val="100000"/>
              </a:lnSpc>
              <a:spcBef>
                <a:spcPct val="0"/>
              </a:spcBef>
              <a:spcAft>
                <a:spcPct val="0"/>
              </a:spcAft>
              <a:buClrTx/>
              <a:buSzTx/>
              <a:tabLst/>
            </a:pPr>
            <a:r>
              <a:rPr lang="en-US" altLang="en-US" dirty="0">
                <a:latin typeface="Times New Roman" panose="02020603050405020304" pitchFamily="18" charset="0"/>
                <a:cs typeface="Times New Roman" panose="02020603050405020304" pitchFamily="18" charset="0"/>
              </a:rPr>
              <a:t> 1.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Quantitative data → Number of Votes</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 Qualitative data → Sentiment from Movie Overview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utilizes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TextBlob</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extracting sentiment polarity (emotional tone) from movie overviews.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Decision Tree Regressor is employed for predictive modeling due to its interpretability and ability to handle nonlinear relationships.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provides an efficient and explainable approach to understanding the key factors that drive higher IMDB ratings.</a:t>
            </a:r>
          </a:p>
        </p:txBody>
      </p:sp>
    </p:spTree>
    <p:extLst>
      <p:ext uri="{BB962C8B-B14F-4D97-AF65-F5344CB8AC3E}">
        <p14:creationId xmlns:p14="http://schemas.microsoft.com/office/powerpoint/2010/main" val="1707991942"/>
      </p:ext>
    </p:extLst>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83617-4DDE-8BC0-C9A1-0ED3F9EC71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B8985C-F5D0-7FB1-6DEB-9AEBE7C82ABE}"/>
              </a:ext>
            </a:extLst>
          </p:cNvPr>
          <p:cNvSpPr>
            <a:spLocks noGrp="1"/>
          </p:cNvSpPr>
          <p:nvPr>
            <p:ph type="title"/>
          </p:nvPr>
        </p:nvSpPr>
        <p:spPr>
          <a:xfrm>
            <a:off x="0" y="198699"/>
            <a:ext cx="10791611" cy="605306"/>
          </a:xfrm>
        </p:spPr>
        <p:txBody>
          <a:bodyPr>
            <a:normAutofit/>
          </a:bodyPr>
          <a:lstStyle/>
          <a:p>
            <a:r>
              <a:rPr lang="en-US" sz="2800" b="1" dirty="0">
                <a:latin typeface="Times New Roman" panose="02020603050405020304" pitchFamily="18" charset="0"/>
                <a:cs typeface="Times New Roman" panose="02020603050405020304" pitchFamily="18" charset="0"/>
              </a:rPr>
              <a:t>L</a:t>
            </a:r>
            <a:r>
              <a:rPr lang="en-IN" sz="2800" b="1" dirty="0" err="1">
                <a:latin typeface="Times New Roman" panose="02020603050405020304" pitchFamily="18" charset="0"/>
                <a:cs typeface="Times New Roman" panose="02020603050405020304" pitchFamily="18" charset="0"/>
              </a:rPr>
              <a:t>iterature</a:t>
            </a:r>
            <a:r>
              <a:rPr lang="en-IN" sz="2800" b="1" dirty="0">
                <a:latin typeface="Times New Roman" panose="02020603050405020304" pitchFamily="18" charset="0"/>
                <a:cs typeface="Times New Roman" panose="02020603050405020304" pitchFamily="18" charset="0"/>
              </a:rPr>
              <a:t> review</a:t>
            </a:r>
          </a:p>
        </p:txBody>
      </p:sp>
      <p:sp>
        <p:nvSpPr>
          <p:cNvPr id="3" name="Content Placeholder 2">
            <a:extLst>
              <a:ext uri="{FF2B5EF4-FFF2-40B4-BE49-F238E27FC236}">
                <a16:creationId xmlns:a16="http://schemas.microsoft.com/office/drawing/2014/main" id="{9438C06A-49EC-EFC5-61B0-230FB61252F3}"/>
              </a:ext>
            </a:extLst>
          </p:cNvPr>
          <p:cNvSpPr>
            <a:spLocks noGrp="1"/>
          </p:cNvSpPr>
          <p:nvPr>
            <p:ph idx="1"/>
          </p:nvPr>
        </p:nvSpPr>
        <p:spPr>
          <a:xfrm>
            <a:off x="838200" y="1536793"/>
            <a:ext cx="10515600" cy="4351338"/>
          </a:xfrm>
        </p:spPr>
        <p:txBody>
          <a:bodyPr>
            <a:normAutofit/>
          </a:bodyPr>
          <a:lstStyle/>
          <a:p>
            <a:pPr marL="0" indent="0" algn="just">
              <a:buNone/>
            </a:pPr>
            <a:endParaRPr lang="en-US" sz="1900" dirty="0">
              <a:latin typeface="Times New Roman" panose="02020603050405020304" pitchFamily="18" charset="0"/>
              <a:cs typeface="Times New Roman" panose="02020603050405020304" pitchFamily="18" charset="0"/>
            </a:endParaRPr>
          </a:p>
          <a:p>
            <a:pPr marL="0" indent="0" algn="just">
              <a:buNone/>
            </a:pPr>
            <a:endParaRPr lang="en-US" sz="1900" b="1" dirty="0">
              <a:latin typeface="Times New Roman" panose="02020603050405020304" pitchFamily="18" charset="0"/>
              <a:cs typeface="Times New Roman" panose="02020603050405020304" pitchFamily="18" charset="0"/>
            </a:endParaRPr>
          </a:p>
          <a:p>
            <a:pPr marL="0" indent="0" algn="just">
              <a:buNone/>
            </a:pPr>
            <a:endParaRPr lang="en-US" sz="1900" dirty="0">
              <a:latin typeface="Times New Roman" panose="02020603050405020304" pitchFamily="18" charset="0"/>
              <a:cs typeface="Times New Roman" panose="02020603050405020304" pitchFamily="18" charset="0"/>
            </a:endParaRPr>
          </a:p>
          <a:p>
            <a:pPr marL="0" indent="0" algn="just">
              <a:buNone/>
            </a:pPr>
            <a:endParaRPr lang="en-US"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marL="0" indent="0" algn="just">
              <a:buNone/>
            </a:pPr>
            <a:endParaRPr lang="en-US" b="1" dirty="0">
              <a:latin typeface="Times New Roman" panose="02020603050405020304" pitchFamily="18" charset="0"/>
              <a:cs typeface="Times New Roman" panose="02020603050405020304" pitchFamily="18" charset="0"/>
            </a:endParaRPr>
          </a:p>
        </p:txBody>
      </p:sp>
      <p:pic>
        <p:nvPicPr>
          <p:cNvPr id="4" name="Picture 3" descr="Text&#10;&#10;Description automatically generated">
            <a:extLst>
              <a:ext uri="{FF2B5EF4-FFF2-40B4-BE49-F238E27FC236}">
                <a16:creationId xmlns:a16="http://schemas.microsoft.com/office/drawing/2014/main" id="{3928ECB5-6E27-A966-BF99-E739CC7604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02604" y="87119"/>
            <a:ext cx="3705225" cy="828466"/>
          </a:xfrm>
          <a:prstGeom prst="rect">
            <a:avLst/>
          </a:prstGeom>
        </p:spPr>
      </p:pic>
      <p:sp>
        <p:nvSpPr>
          <p:cNvPr id="6" name="TextBox 5">
            <a:extLst>
              <a:ext uri="{FF2B5EF4-FFF2-40B4-BE49-F238E27FC236}">
                <a16:creationId xmlns:a16="http://schemas.microsoft.com/office/drawing/2014/main" id="{FE043F11-5126-3CEB-4933-065F5795256B}"/>
              </a:ext>
            </a:extLst>
          </p:cNvPr>
          <p:cNvSpPr txBox="1"/>
          <p:nvPr/>
        </p:nvSpPr>
        <p:spPr>
          <a:xfrm>
            <a:off x="723569" y="1648373"/>
            <a:ext cx="9835763" cy="3970318"/>
          </a:xfrm>
          <a:prstGeom prst="rect">
            <a:avLst/>
          </a:prstGeom>
          <a:noFill/>
        </p:spPr>
        <p:txBody>
          <a:bodyPr wrap="square">
            <a:spAutoFit/>
          </a:bodyPr>
          <a:lstStyle/>
          <a:p>
            <a:pPr>
              <a:buNone/>
            </a:pPr>
            <a:r>
              <a:rPr lang="en-US" dirty="0">
                <a:latin typeface="Times New Roman" panose="02020603050405020304" pitchFamily="18" charset="0"/>
                <a:cs typeface="Times New Roman" panose="02020603050405020304" pitchFamily="18" charset="0"/>
              </a:rPr>
              <a:t>Several studies have explored the use of machine learning and natural language processing (NLP) for predicting movie ratings and box office success:</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Mishra et al. (2020)</a:t>
            </a:r>
            <a:r>
              <a:rPr lang="en-US" dirty="0">
                <a:latin typeface="Times New Roman" panose="02020603050405020304" pitchFamily="18" charset="0"/>
                <a:cs typeface="Times New Roman" panose="02020603050405020304" pitchFamily="18" charset="0"/>
              </a:rPr>
              <a:t> demonstrated that sentiment polarity derived from movie reviews can significantly improve the accuracy of rating predictions.</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Gupta &amp; Yadav (2021)</a:t>
            </a:r>
            <a:r>
              <a:rPr lang="en-US" dirty="0">
                <a:latin typeface="Times New Roman" panose="02020603050405020304" pitchFamily="18" charset="0"/>
                <a:cs typeface="Times New Roman" panose="02020603050405020304" pitchFamily="18" charset="0"/>
              </a:rPr>
              <a:t> applied regression models using features like genre, runtime, and popularity to forecast IMDB ratings.</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Li et al. (2022)</a:t>
            </a:r>
            <a:r>
              <a:rPr lang="en-US" dirty="0">
                <a:latin typeface="Times New Roman" panose="02020603050405020304" pitchFamily="18" charset="0"/>
                <a:cs typeface="Times New Roman" panose="02020603050405020304" pitchFamily="18" charset="0"/>
              </a:rPr>
              <a:t> used NLP-based feature extraction from movie plots to classify films into success categories.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Previous works primarily relied on numerical or categorical attributes; however, combining sentiment features with statistical data (like votes) yields a more holistic predictive framework.</a:t>
            </a:r>
          </a:p>
          <a:p>
            <a:pPr>
              <a:buNone/>
            </a:pP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Our project builds upon this literature by integrating sentiment polarity from movie overviews and using it in combination with numeric data to predict the IMDB rating and success category (Hit, Average, Flop).</a:t>
            </a:r>
          </a:p>
        </p:txBody>
      </p:sp>
    </p:spTree>
    <p:extLst>
      <p:ext uri="{BB962C8B-B14F-4D97-AF65-F5344CB8AC3E}">
        <p14:creationId xmlns:p14="http://schemas.microsoft.com/office/powerpoint/2010/main" val="3426652900"/>
      </p:ext>
    </p:extLst>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2E9B5-FD14-B39B-74E1-4C7521243C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502B1-07DE-3CDB-99AF-5115AAB90557}"/>
              </a:ext>
            </a:extLst>
          </p:cNvPr>
          <p:cNvSpPr>
            <a:spLocks noGrp="1"/>
          </p:cNvSpPr>
          <p:nvPr>
            <p:ph type="title"/>
          </p:nvPr>
        </p:nvSpPr>
        <p:spPr>
          <a:xfrm>
            <a:off x="184171" y="198699"/>
            <a:ext cx="10791611" cy="605306"/>
          </a:xfrm>
        </p:spPr>
        <p:txBody>
          <a:bodyPr>
            <a:normAutofit/>
          </a:bodyPr>
          <a:lstStyle/>
          <a:p>
            <a:r>
              <a:rPr lang="en-US" sz="2800" b="1" dirty="0">
                <a:latin typeface="Times New Roman" panose="02020603050405020304" pitchFamily="18" charset="0"/>
                <a:cs typeface="Times New Roman" panose="02020603050405020304" pitchFamily="18" charset="0"/>
              </a:rPr>
              <a:t>M</a:t>
            </a:r>
            <a:r>
              <a:rPr lang="en-IN" sz="2800" b="1" dirty="0" err="1">
                <a:latin typeface="Times New Roman" panose="02020603050405020304" pitchFamily="18" charset="0"/>
                <a:cs typeface="Times New Roman" panose="02020603050405020304" pitchFamily="18" charset="0"/>
              </a:rPr>
              <a:t>odel</a:t>
            </a:r>
            <a:endParaRPr lang="en-IN" sz="28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A71771C-C484-2056-334C-0A38D67225CF}"/>
                  </a:ext>
                </a:extLst>
              </p:cNvPr>
              <p:cNvSpPr>
                <a:spLocks noGrp="1"/>
              </p:cNvSpPr>
              <p:nvPr>
                <p:ph idx="1"/>
              </p:nvPr>
            </p:nvSpPr>
            <p:spPr>
              <a:xfrm>
                <a:off x="184171" y="1027165"/>
                <a:ext cx="11169629" cy="4860966"/>
              </a:xfrm>
            </p:spPr>
            <p:txBody>
              <a:bodyPr>
                <a:normAutofit fontScale="92500" lnSpcReduction="10000"/>
              </a:bodyPr>
              <a:lstStyle/>
              <a:p>
                <a:pPr marL="0" lvl="0" indent="0" eaLnBrk="0" fontAlgn="base" hangingPunct="0">
                  <a:lnSpc>
                    <a:spcPct val="100000"/>
                  </a:lnSpc>
                  <a:spcBef>
                    <a:spcPct val="0"/>
                  </a:spcBef>
                  <a:spcAft>
                    <a:spcPct val="0"/>
                  </a:spcAft>
                  <a:buNone/>
                </a:pPr>
                <a:r>
                  <a:rPr lang="en-US" altLang="en-US" sz="1800" dirty="0">
                    <a:latin typeface="Times New Roman" panose="02020603050405020304" pitchFamily="18" charset="0"/>
                    <a:cs typeface="Times New Roman" panose="02020603050405020304" pitchFamily="18" charset="0"/>
                  </a:rPr>
                  <a:t>The project uses a Decision Tree Regressor as the core machine learning algorithm for predicting IMDB ratings.</a:t>
                </a:r>
              </a:p>
              <a:p>
                <a:pPr marL="0" lvl="0" indent="0" eaLnBrk="0" fontAlgn="base" hangingPunct="0">
                  <a:lnSpc>
                    <a:spcPct val="100000"/>
                  </a:lnSpc>
                  <a:spcBef>
                    <a:spcPct val="0"/>
                  </a:spcBef>
                  <a:spcAft>
                    <a:spcPct val="0"/>
                  </a:spcAft>
                  <a:buNone/>
                </a:pPr>
                <a:endParaRPr lang="en-US" altLang="en-US" sz="18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None/>
                </a:pPr>
                <a:r>
                  <a:rPr lang="en-US" altLang="en-US" sz="1800" b="1" dirty="0">
                    <a:latin typeface="Times New Roman" panose="02020603050405020304" pitchFamily="18" charset="0"/>
                    <a:cs typeface="Times New Roman" panose="02020603050405020304" pitchFamily="18" charset="0"/>
                  </a:rPr>
                  <a:t>Algorithm Used:</a:t>
                </a:r>
              </a:p>
              <a:p>
                <a:pPr marL="0" lvl="0" indent="0" eaLnBrk="0" fontAlgn="base" hangingPunct="0">
                  <a:lnSpc>
                    <a:spcPct val="100000"/>
                  </a:lnSpc>
                  <a:spcBef>
                    <a:spcPct val="0"/>
                  </a:spcBef>
                  <a:spcAft>
                    <a:spcPct val="0"/>
                  </a:spcAft>
                  <a:buNone/>
                </a:pPr>
                <a:endParaRPr lang="en-US" altLang="en-US" sz="18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None/>
                </a:pPr>
                <a:r>
                  <a:rPr lang="en-US" altLang="en-US" sz="1800" dirty="0">
                    <a:latin typeface="Times New Roman" panose="02020603050405020304" pitchFamily="18" charset="0"/>
                    <a:cs typeface="Times New Roman" panose="02020603050405020304" pitchFamily="18" charset="0"/>
                  </a:rPr>
                  <a:t>       Decision Tree Regressor (from </a:t>
                </a:r>
                <a:r>
                  <a:rPr lang="en-US" altLang="en-US" sz="1800" dirty="0" err="1">
                    <a:latin typeface="Times New Roman" panose="02020603050405020304" pitchFamily="18" charset="0"/>
                    <a:cs typeface="Times New Roman" panose="02020603050405020304" pitchFamily="18" charset="0"/>
                  </a:rPr>
                  <a:t>sklearn.tree</a:t>
                </a:r>
                <a:r>
                  <a:rPr lang="en-US" altLang="en-US" sz="1800" dirty="0">
                    <a:latin typeface="Times New Roman" panose="02020603050405020304" pitchFamily="18" charset="0"/>
                    <a:cs typeface="Times New Roman" panose="02020603050405020304" pitchFamily="18" charset="0"/>
                  </a:rPr>
                  <a:t>)</a:t>
                </a:r>
              </a:p>
              <a:p>
                <a:pPr marL="0" lvl="0" indent="0" eaLnBrk="0" fontAlgn="base" hangingPunct="0">
                  <a:lnSpc>
                    <a:spcPct val="100000"/>
                  </a:lnSpc>
                  <a:spcBef>
                    <a:spcPct val="0"/>
                  </a:spcBef>
                  <a:spcAft>
                    <a:spcPct val="0"/>
                  </a:spcAft>
                  <a:buNone/>
                </a:pPr>
                <a:endParaRPr lang="en-US" altLang="en-US" sz="18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None/>
                </a:pPr>
                <a:r>
                  <a:rPr lang="en-US" altLang="en-US" sz="1800" b="1" dirty="0" err="1">
                    <a:latin typeface="Times New Roman" panose="02020603050405020304" pitchFamily="18" charset="0"/>
                    <a:cs typeface="Times New Roman" panose="02020603050405020304" pitchFamily="18" charset="0"/>
                  </a:rPr>
                  <a:t>Evalution</a:t>
                </a:r>
                <a:r>
                  <a:rPr lang="en-US" altLang="en-US" sz="1800" b="1" dirty="0">
                    <a:latin typeface="Times New Roman" panose="02020603050405020304" pitchFamily="18" charset="0"/>
                    <a:cs typeface="Times New Roman" panose="02020603050405020304" pitchFamily="18" charset="0"/>
                  </a:rPr>
                  <a:t> Metrics:</a:t>
                </a:r>
              </a:p>
              <a:p>
                <a:pPr marL="0" lvl="0" indent="0">
                  <a:buNone/>
                </a:pPr>
                <a:r>
                  <a:rPr lang="en-IN" sz="1800" dirty="0">
                    <a:latin typeface="Times New Roman" panose="02020603050405020304" pitchFamily="18" charset="0"/>
                    <a:cs typeface="Times New Roman" panose="02020603050405020304" pitchFamily="18" charset="0"/>
                  </a:rPr>
                  <a:t>         Mean Absolute Error (MAE)</a:t>
                </a:r>
              </a:p>
              <a:p>
                <a:pPr marL="0" indent="0">
                  <a:buNone/>
                </a:pPr>
                <a:r>
                  <a:rPr lang="en-IN" sz="1800" dirty="0">
                    <a:latin typeface="Times New Roman" panose="02020603050405020304" pitchFamily="18" charset="0"/>
                    <a:cs typeface="Times New Roman" panose="02020603050405020304" pitchFamily="18" charset="0"/>
                  </a:rPr>
                  <a:t>                                                            MAE = </a:t>
                </a:r>
                <a14:m>
                  <m:oMath xmlns:m="http://schemas.openxmlformats.org/officeDocument/2006/math">
                    <m:r>
                      <a:rPr lang="en-IN" sz="1800" b="0" i="1" smtClean="0">
                        <a:latin typeface="Cambria Math" panose="02040503050406030204" pitchFamily="18" charset="0"/>
                      </a:rPr>
                      <m:t> </m:t>
                    </m:r>
                    <m:f>
                      <m:fPr>
                        <m:ctrlPr>
                          <a:rPr lang="en-IN" sz="1800" i="1">
                            <a:latin typeface="Cambria Math" panose="02040503050406030204" pitchFamily="18" charset="0"/>
                          </a:rPr>
                        </m:ctrlPr>
                      </m:fPr>
                      <m:num>
                        <m:r>
                          <a:rPr lang="en-IN" sz="1800" b="0" i="1" smtClean="0">
                            <a:latin typeface="Cambria Math" panose="02040503050406030204" pitchFamily="18" charset="0"/>
                          </a:rPr>
                          <m:t>1</m:t>
                        </m:r>
                      </m:num>
                      <m:den>
                        <m:r>
                          <a:rPr lang="en-IN" sz="1800" b="0" i="1" smtClean="0">
                            <a:latin typeface="Cambria Math" panose="02040503050406030204" pitchFamily="18" charset="0"/>
                          </a:rPr>
                          <m:t>𝑛</m:t>
                        </m:r>
                      </m:den>
                    </m:f>
                    <m:nary>
                      <m:naryPr>
                        <m:chr m:val="∑"/>
                        <m:limLoc m:val="undOvr"/>
                        <m:ctrlPr>
                          <a:rPr lang="en-IN" sz="1800" i="1">
                            <a:latin typeface="Cambria Math" panose="02040503050406030204" pitchFamily="18" charset="0"/>
                          </a:rPr>
                        </m:ctrlPr>
                      </m:naryPr>
                      <m:sub>
                        <m:r>
                          <a:rPr lang="en-IN" sz="1800" b="0" i="1" smtClean="0">
                            <a:latin typeface="Cambria Math" panose="02040503050406030204" pitchFamily="18" charset="0"/>
                          </a:rPr>
                          <m:t>𝑖</m:t>
                        </m:r>
                        <m:r>
                          <a:rPr lang="en-IN" sz="1800" b="0" i="1" smtClean="0">
                            <a:latin typeface="Cambria Math" panose="02040503050406030204" pitchFamily="18" charset="0"/>
                          </a:rPr>
                          <m:t>=1</m:t>
                        </m:r>
                      </m:sub>
                      <m:sup>
                        <m:r>
                          <a:rPr lang="en-IN" sz="1800" b="0" i="1" smtClean="0">
                            <a:latin typeface="Cambria Math" panose="02040503050406030204" pitchFamily="18" charset="0"/>
                          </a:rPr>
                          <m:t>𝑛</m:t>
                        </m:r>
                      </m:sup>
                      <m:e>
                        <m:r>
                          <a:rPr lang="en-IN" sz="1800" b="0" i="1" smtClean="0">
                            <a:latin typeface="Cambria Math" panose="02040503050406030204" pitchFamily="18" charset="0"/>
                          </a:rPr>
                          <m:t>|</m:t>
                        </m:r>
                        <m:sSub>
                          <m:sSubPr>
                            <m:ctrlPr>
                              <a:rPr lang="en-IN" sz="1800" i="1">
                                <a:latin typeface="Cambria Math" panose="02040503050406030204" pitchFamily="18" charset="0"/>
                              </a:rPr>
                            </m:ctrlPr>
                          </m:sSubPr>
                          <m:e>
                            <m:r>
                              <a:rPr lang="en-US" sz="1800" b="0" i="1" smtClean="0">
                                <a:latin typeface="Cambria Math" panose="02040503050406030204" pitchFamily="18" charset="0"/>
                              </a:rPr>
                              <m:t>𝑦</m:t>
                            </m:r>
                          </m:e>
                          <m:sub>
                            <m:r>
                              <a:rPr lang="en-US" sz="1800" b="0" i="1" smtClean="0">
                                <a:latin typeface="Cambria Math" panose="02040503050406030204" pitchFamily="18" charset="0"/>
                              </a:rPr>
                              <m:t>𝑖</m:t>
                            </m:r>
                          </m:sub>
                        </m:sSub>
                        <m:r>
                          <a:rPr lang="en-US" sz="1800" b="0" i="1" smtClean="0">
                            <a:latin typeface="Cambria Math" panose="02040503050406030204" pitchFamily="18" charset="0"/>
                          </a:rPr>
                          <m:t>−</m:t>
                        </m:r>
                        <m:acc>
                          <m:accPr>
                            <m:chr m:val="̂"/>
                            <m:ctrlPr>
                              <a:rPr lang="en-IN" sz="1800" i="1">
                                <a:latin typeface="Cambria Math" panose="02040503050406030204" pitchFamily="18" charset="0"/>
                              </a:rPr>
                            </m:ctrlPr>
                          </m:accPr>
                          <m:e>
                            <m:sSub>
                              <m:sSubPr>
                                <m:ctrlPr>
                                  <a:rPr lang="en-IN" sz="1800" i="1">
                                    <a:latin typeface="Cambria Math" panose="02040503050406030204" pitchFamily="18" charset="0"/>
                                  </a:rPr>
                                </m:ctrlPr>
                              </m:sSubPr>
                              <m:e>
                                <m:r>
                                  <a:rPr lang="en-US" sz="1800" b="0" i="1" smtClean="0">
                                    <a:latin typeface="Cambria Math" panose="02040503050406030204" pitchFamily="18" charset="0"/>
                                  </a:rPr>
                                  <m:t>𝑦</m:t>
                                </m:r>
                              </m:e>
                              <m:sub>
                                <m:r>
                                  <a:rPr lang="en-US" sz="1800" b="0" i="1" smtClean="0">
                                    <a:latin typeface="Cambria Math" panose="02040503050406030204" pitchFamily="18" charset="0"/>
                                  </a:rPr>
                                  <m:t>𝑖</m:t>
                                </m:r>
                              </m:sub>
                            </m:sSub>
                          </m:e>
                        </m:acc>
                      </m:e>
                    </m:nary>
                    <m:r>
                      <a:rPr lang="en-IN" sz="1800" b="0" i="1" smtClean="0">
                        <a:latin typeface="Cambria Math" panose="02040503050406030204" pitchFamily="18" charset="0"/>
                      </a:rPr>
                      <m:t>|</m:t>
                    </m:r>
                  </m:oMath>
                </a14:m>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         Mean Squared Error (MSE)</a:t>
                </a:r>
              </a:p>
              <a:p>
                <a:pPr marL="0" indent="0">
                  <a:buNone/>
                </a:pPr>
                <a:r>
                  <a:rPr lang="en-US" sz="1800" dirty="0">
                    <a:latin typeface="Times New Roman" panose="02020603050405020304" pitchFamily="18" charset="0"/>
                    <a:cs typeface="Times New Roman" panose="02020603050405020304" pitchFamily="18" charset="0"/>
                  </a:rPr>
                  <a:t>                                                             MSE = </a:t>
                </a:r>
                <a14:m>
                  <m:oMath xmlns:m="http://schemas.openxmlformats.org/officeDocument/2006/math">
                    <m:f>
                      <m:fPr>
                        <m:ctrlPr>
                          <a:rPr lang="en-IN" sz="1800" i="1">
                            <a:latin typeface="Cambria Math" panose="02040503050406030204" pitchFamily="18" charset="0"/>
                          </a:rPr>
                        </m:ctrlPr>
                      </m:fPr>
                      <m:num>
                        <m:r>
                          <a:rPr lang="en-US" sz="1800" b="0" i="1" smtClean="0">
                            <a:latin typeface="Cambria Math" panose="02040503050406030204" pitchFamily="18" charset="0"/>
                          </a:rPr>
                          <m:t>1</m:t>
                        </m:r>
                      </m:num>
                      <m:den>
                        <m:r>
                          <a:rPr lang="en-US" sz="1800" b="0" i="1" smtClean="0">
                            <a:latin typeface="Cambria Math" panose="02040503050406030204" pitchFamily="18" charset="0"/>
                          </a:rPr>
                          <m:t>𝑛</m:t>
                        </m:r>
                      </m:den>
                    </m:f>
                    <m:nary>
                      <m:naryPr>
                        <m:chr m:val="∑"/>
                        <m:limLoc m:val="undOvr"/>
                        <m:ctrlPr>
                          <a:rPr lang="en-IN" sz="1800" i="1">
                            <a:latin typeface="Cambria Math" panose="02040503050406030204" pitchFamily="18" charset="0"/>
                          </a:rPr>
                        </m:ctrlPr>
                      </m:naryPr>
                      <m:sub>
                        <m:r>
                          <a:rPr lang="en-US" sz="1800" b="0" i="1" smtClean="0">
                            <a:latin typeface="Cambria Math" panose="02040503050406030204" pitchFamily="18" charset="0"/>
                          </a:rPr>
                          <m:t>𝑖</m:t>
                        </m:r>
                        <m:r>
                          <a:rPr lang="en-US" sz="1800" b="0" i="1" smtClean="0">
                            <a:latin typeface="Cambria Math" panose="02040503050406030204" pitchFamily="18" charset="0"/>
                          </a:rPr>
                          <m:t>=1</m:t>
                        </m:r>
                      </m:sub>
                      <m:sup>
                        <m:r>
                          <a:rPr lang="en-US" sz="1800" b="0" i="1" smtClean="0">
                            <a:latin typeface="Cambria Math" panose="02040503050406030204" pitchFamily="18" charset="0"/>
                          </a:rPr>
                          <m:t>𝑛</m:t>
                        </m:r>
                      </m:sup>
                      <m:e>
                        <m:sSup>
                          <m:sSupPr>
                            <m:ctrlPr>
                              <a:rPr lang="en-IN" sz="1800" i="1">
                                <a:latin typeface="Cambria Math" panose="02040503050406030204" pitchFamily="18" charset="0"/>
                              </a:rPr>
                            </m:ctrlPr>
                          </m:sSupPr>
                          <m:e>
                            <m:r>
                              <a:rPr lang="en-US" sz="1800" b="0" i="1" smtClean="0">
                                <a:latin typeface="Cambria Math" panose="02040503050406030204" pitchFamily="18" charset="0"/>
                              </a:rPr>
                              <m:t>(</m:t>
                            </m:r>
                            <m:sSub>
                              <m:sSubPr>
                                <m:ctrlPr>
                                  <a:rPr lang="en-IN" sz="1800" i="1">
                                    <a:latin typeface="Cambria Math" panose="02040503050406030204" pitchFamily="18" charset="0"/>
                                  </a:rPr>
                                </m:ctrlPr>
                              </m:sSubPr>
                              <m:e>
                                <m:r>
                                  <a:rPr lang="en-US" sz="1800" b="0" i="1" smtClean="0">
                                    <a:latin typeface="Cambria Math" panose="02040503050406030204" pitchFamily="18" charset="0"/>
                                  </a:rPr>
                                  <m:t>𝑦</m:t>
                                </m:r>
                              </m:e>
                              <m:sub>
                                <m:r>
                                  <a:rPr lang="en-US" sz="1800" b="0" i="1" smtClean="0">
                                    <a:latin typeface="Cambria Math" panose="02040503050406030204" pitchFamily="18" charset="0"/>
                                  </a:rPr>
                                  <m:t>𝑖</m:t>
                                </m:r>
                              </m:sub>
                            </m:sSub>
                            <m:r>
                              <a:rPr lang="en-US" sz="1800" b="0" i="1" smtClean="0">
                                <a:latin typeface="Cambria Math" panose="02040503050406030204" pitchFamily="18" charset="0"/>
                              </a:rPr>
                              <m:t>−</m:t>
                            </m:r>
                            <m:acc>
                              <m:accPr>
                                <m:chr m:val="̂"/>
                                <m:ctrlPr>
                                  <a:rPr lang="en-IN" sz="1800" i="1">
                                    <a:latin typeface="Cambria Math" panose="02040503050406030204" pitchFamily="18" charset="0"/>
                                  </a:rPr>
                                </m:ctrlPr>
                              </m:accPr>
                              <m:e>
                                <m:sSub>
                                  <m:sSubPr>
                                    <m:ctrlPr>
                                      <a:rPr lang="en-IN" sz="1800" i="1">
                                        <a:latin typeface="Cambria Math" panose="02040503050406030204" pitchFamily="18" charset="0"/>
                                      </a:rPr>
                                    </m:ctrlPr>
                                  </m:sSubPr>
                                  <m:e>
                                    <m:r>
                                      <a:rPr lang="en-US" sz="1800" b="0" i="1" smtClean="0">
                                        <a:latin typeface="Cambria Math" panose="02040503050406030204" pitchFamily="18" charset="0"/>
                                      </a:rPr>
                                      <m:t>𝑦</m:t>
                                    </m:r>
                                  </m:e>
                                  <m:sub>
                                    <m:r>
                                      <a:rPr lang="en-US" sz="1800" b="0" i="1" smtClean="0">
                                        <a:latin typeface="Cambria Math" panose="02040503050406030204" pitchFamily="18" charset="0"/>
                                      </a:rPr>
                                      <m:t>𝑖</m:t>
                                    </m:r>
                                  </m:sub>
                                </m:sSub>
                              </m:e>
                            </m:acc>
                            <m:r>
                              <a:rPr lang="en-US" sz="1800" b="0" i="1" smtClean="0">
                                <a:latin typeface="Cambria Math" panose="02040503050406030204" pitchFamily="18" charset="0"/>
                              </a:rPr>
                              <m:t>)</m:t>
                            </m:r>
                          </m:e>
                          <m:sup>
                            <m:r>
                              <a:rPr lang="en-US" sz="1800" b="0" i="1" smtClean="0">
                                <a:latin typeface="Cambria Math" panose="02040503050406030204" pitchFamily="18" charset="0"/>
                              </a:rPr>
                              <m:t>2</m:t>
                            </m:r>
                          </m:sup>
                        </m:sSup>
                      </m:e>
                    </m:nary>
                  </m:oMath>
                </a14:m>
                <a:endParaRPr lang="en-IN" sz="1800" dirty="0">
                  <a:latin typeface="Times New Roman" panose="02020603050405020304" pitchFamily="18" charset="0"/>
                  <a:cs typeface="Times New Roman" panose="02020603050405020304" pitchFamily="18" charset="0"/>
                </a:endParaRPr>
              </a:p>
              <a:p>
                <a:pPr marL="0" lvl="0" indent="0">
                  <a:buNone/>
                </a:pPr>
                <a:r>
                  <a:rPr lang="en-IN" sz="1800" dirty="0">
                    <a:latin typeface="Times New Roman" panose="02020603050405020304" pitchFamily="18" charset="0"/>
                    <a:cs typeface="Times New Roman" panose="02020603050405020304" pitchFamily="18" charset="0"/>
                  </a:rPr>
                  <a:t>          Coefficient of Determination (R² Score)</a:t>
                </a:r>
              </a:p>
              <a:p>
                <a:pPr marL="0" lvl="0" indent="0">
                  <a:buNone/>
                </a:pPr>
                <a14:m>
                  <m:oMathPara xmlns:m="http://schemas.openxmlformats.org/officeDocument/2006/math">
                    <m:oMathParaPr>
                      <m:jc m:val="centerGroup"/>
                    </m:oMathParaPr>
                    <m:oMath xmlns:m="http://schemas.openxmlformats.org/officeDocument/2006/math">
                      <m:sSup>
                        <m:sSupPr>
                          <m:ctrlPr>
                            <a:rPr lang="en-IN" sz="1800" i="1">
                              <a:latin typeface="Cambria Math" panose="02040503050406030204" pitchFamily="18" charset="0"/>
                            </a:rPr>
                          </m:ctrlPr>
                        </m:sSupPr>
                        <m:e>
                          <m:r>
                            <a:rPr lang="en-US" sz="1800" i="1">
                              <a:latin typeface="Cambria Math" panose="02040503050406030204" pitchFamily="18" charset="0"/>
                            </a:rPr>
                            <m:t>𝑅</m:t>
                          </m:r>
                        </m:e>
                        <m:sup>
                          <m:r>
                            <a:rPr lang="en-US" sz="1800" i="1">
                              <a:latin typeface="Cambria Math" panose="02040503050406030204" pitchFamily="18" charset="0"/>
                            </a:rPr>
                            <m:t>2</m:t>
                          </m:r>
                        </m:sup>
                      </m:sSup>
                      <m:r>
                        <a:rPr lang="en-US" sz="1800" i="1">
                          <a:latin typeface="Cambria Math" panose="02040503050406030204" pitchFamily="18" charset="0"/>
                        </a:rPr>
                        <m:t>= 1−</m:t>
                      </m:r>
                      <m:f>
                        <m:fPr>
                          <m:ctrlPr>
                            <a:rPr lang="en-IN" sz="1800" i="1">
                              <a:latin typeface="Cambria Math" panose="02040503050406030204" pitchFamily="18" charset="0"/>
                            </a:rPr>
                          </m:ctrlPr>
                        </m:fPr>
                        <m:num>
                          <m:nary>
                            <m:naryPr>
                              <m:chr m:val="∑"/>
                              <m:limLoc m:val="undOvr"/>
                              <m:ctrlPr>
                                <a:rPr lang="en-IN" sz="1800" i="1">
                                  <a:latin typeface="Cambria Math" panose="02040503050406030204" pitchFamily="18" charset="0"/>
                                </a:rPr>
                              </m:ctrlPr>
                            </m:naryPr>
                            <m:sub>
                              <m:r>
                                <a:rPr lang="en-US" sz="1800" i="1">
                                  <a:latin typeface="Cambria Math" panose="02040503050406030204" pitchFamily="18" charset="0"/>
                                </a:rPr>
                                <m:t>𝑖</m:t>
                              </m:r>
                              <m:r>
                                <a:rPr lang="en-US" sz="1800" i="1">
                                  <a:latin typeface="Cambria Math" panose="02040503050406030204" pitchFamily="18" charset="0"/>
                                </a:rPr>
                                <m:t>=1</m:t>
                              </m:r>
                            </m:sub>
                            <m:sup>
                              <m:r>
                                <a:rPr lang="en-US" sz="1800" i="1">
                                  <a:latin typeface="Cambria Math" panose="02040503050406030204" pitchFamily="18" charset="0"/>
                                </a:rPr>
                                <m:t>𝑛</m:t>
                              </m:r>
                            </m:sup>
                            <m:e>
                              <m:sSup>
                                <m:sSupPr>
                                  <m:ctrlPr>
                                    <a:rPr lang="en-IN" sz="1800" i="1">
                                      <a:latin typeface="Cambria Math" panose="02040503050406030204" pitchFamily="18" charset="0"/>
                                    </a:rPr>
                                  </m:ctrlPr>
                                </m:sSupPr>
                                <m:e>
                                  <m:r>
                                    <a:rPr lang="en-US" sz="1800" i="1">
                                      <a:latin typeface="Cambria Math" panose="02040503050406030204" pitchFamily="18" charset="0"/>
                                    </a:rPr>
                                    <m:t>(</m:t>
                                  </m:r>
                                  <m:sSub>
                                    <m:sSubPr>
                                      <m:ctrlPr>
                                        <a:rPr lang="en-IN" sz="1800" i="1">
                                          <a:latin typeface="Cambria Math" panose="02040503050406030204" pitchFamily="18" charset="0"/>
                                        </a:rPr>
                                      </m:ctrlPr>
                                    </m:sSubPr>
                                    <m:e>
                                      <m:r>
                                        <a:rPr lang="en-US" sz="1800" i="1">
                                          <a:latin typeface="Cambria Math" panose="02040503050406030204" pitchFamily="18" charset="0"/>
                                        </a:rPr>
                                        <m:t>𝑦</m:t>
                                      </m:r>
                                    </m:e>
                                    <m:sub>
                                      <m:r>
                                        <a:rPr lang="en-US" sz="1800" i="1">
                                          <a:latin typeface="Cambria Math" panose="02040503050406030204" pitchFamily="18" charset="0"/>
                                        </a:rPr>
                                        <m:t>𝑖</m:t>
                                      </m:r>
                                    </m:sub>
                                  </m:sSub>
                                  <m:r>
                                    <a:rPr lang="en-US" sz="1800" i="1">
                                      <a:latin typeface="Cambria Math" panose="02040503050406030204" pitchFamily="18" charset="0"/>
                                    </a:rPr>
                                    <m:t>−</m:t>
                                  </m:r>
                                  <m:acc>
                                    <m:accPr>
                                      <m:chr m:val="̂"/>
                                      <m:ctrlPr>
                                        <a:rPr lang="en-IN" sz="1800" i="1">
                                          <a:latin typeface="Cambria Math" panose="02040503050406030204" pitchFamily="18" charset="0"/>
                                        </a:rPr>
                                      </m:ctrlPr>
                                    </m:accPr>
                                    <m:e>
                                      <m:sSub>
                                        <m:sSubPr>
                                          <m:ctrlPr>
                                            <a:rPr lang="en-IN" sz="1800" i="1">
                                              <a:latin typeface="Cambria Math" panose="02040503050406030204" pitchFamily="18" charset="0"/>
                                            </a:rPr>
                                          </m:ctrlPr>
                                        </m:sSubPr>
                                        <m:e>
                                          <m:r>
                                            <a:rPr lang="en-US" sz="1800" i="1">
                                              <a:latin typeface="Cambria Math" panose="02040503050406030204" pitchFamily="18" charset="0"/>
                                            </a:rPr>
                                            <m:t>𝑦</m:t>
                                          </m:r>
                                        </m:e>
                                        <m:sub>
                                          <m:r>
                                            <a:rPr lang="en-US" sz="1800" i="1">
                                              <a:latin typeface="Cambria Math" panose="02040503050406030204" pitchFamily="18" charset="0"/>
                                            </a:rPr>
                                            <m:t>𝑖</m:t>
                                          </m:r>
                                        </m:sub>
                                      </m:sSub>
                                    </m:e>
                                  </m:acc>
                                  <m:r>
                                    <a:rPr lang="en-US" sz="1800" i="1">
                                      <a:latin typeface="Cambria Math" panose="02040503050406030204" pitchFamily="18" charset="0"/>
                                    </a:rPr>
                                    <m:t>)</m:t>
                                  </m:r>
                                </m:e>
                                <m:sup>
                                  <m:r>
                                    <a:rPr lang="en-US" sz="1800" i="1">
                                      <a:latin typeface="Cambria Math" panose="02040503050406030204" pitchFamily="18" charset="0"/>
                                    </a:rPr>
                                    <m:t>2</m:t>
                                  </m:r>
                                </m:sup>
                              </m:sSup>
                            </m:e>
                          </m:nary>
                        </m:num>
                        <m:den>
                          <m:nary>
                            <m:naryPr>
                              <m:chr m:val="∑"/>
                              <m:limLoc m:val="undOvr"/>
                              <m:ctrlPr>
                                <a:rPr lang="en-IN" sz="1800" i="1">
                                  <a:latin typeface="Cambria Math" panose="02040503050406030204" pitchFamily="18" charset="0"/>
                                </a:rPr>
                              </m:ctrlPr>
                            </m:naryPr>
                            <m:sub>
                              <m:r>
                                <a:rPr lang="en-US" sz="1800" i="1">
                                  <a:latin typeface="Cambria Math" panose="02040503050406030204" pitchFamily="18" charset="0"/>
                                </a:rPr>
                                <m:t>𝑖</m:t>
                              </m:r>
                              <m:r>
                                <a:rPr lang="en-US" sz="1800" i="1">
                                  <a:latin typeface="Cambria Math" panose="02040503050406030204" pitchFamily="18" charset="0"/>
                                </a:rPr>
                                <m:t>=1</m:t>
                              </m:r>
                            </m:sub>
                            <m:sup>
                              <m:r>
                                <a:rPr lang="en-US" sz="1800" i="1">
                                  <a:latin typeface="Cambria Math" panose="02040503050406030204" pitchFamily="18" charset="0"/>
                                </a:rPr>
                                <m:t>𝑛</m:t>
                              </m:r>
                            </m:sup>
                            <m:e>
                              <m:sSup>
                                <m:sSupPr>
                                  <m:ctrlPr>
                                    <a:rPr lang="en-IN" sz="1800" i="1">
                                      <a:latin typeface="Cambria Math" panose="02040503050406030204" pitchFamily="18" charset="0"/>
                                    </a:rPr>
                                  </m:ctrlPr>
                                </m:sSupPr>
                                <m:e>
                                  <m:r>
                                    <a:rPr lang="en-US" sz="1800" i="1">
                                      <a:latin typeface="Cambria Math" panose="02040503050406030204" pitchFamily="18" charset="0"/>
                                    </a:rPr>
                                    <m:t>(</m:t>
                                  </m:r>
                                  <m:sSub>
                                    <m:sSubPr>
                                      <m:ctrlPr>
                                        <a:rPr lang="en-IN" sz="1800" i="1">
                                          <a:latin typeface="Cambria Math" panose="02040503050406030204" pitchFamily="18" charset="0"/>
                                        </a:rPr>
                                      </m:ctrlPr>
                                    </m:sSubPr>
                                    <m:e>
                                      <m:r>
                                        <a:rPr lang="en-US" sz="1800" i="1">
                                          <a:latin typeface="Cambria Math" panose="02040503050406030204" pitchFamily="18" charset="0"/>
                                        </a:rPr>
                                        <m:t>𝑦</m:t>
                                      </m:r>
                                    </m:e>
                                    <m:sub>
                                      <m:r>
                                        <a:rPr lang="en-US" sz="1800" i="1">
                                          <a:latin typeface="Cambria Math" panose="02040503050406030204" pitchFamily="18" charset="0"/>
                                        </a:rPr>
                                        <m:t>𝑖</m:t>
                                      </m:r>
                                    </m:sub>
                                  </m:sSub>
                                  <m:r>
                                    <a:rPr lang="en-US" sz="1800" i="1">
                                      <a:latin typeface="Cambria Math" panose="02040503050406030204" pitchFamily="18" charset="0"/>
                                    </a:rPr>
                                    <m:t>−</m:t>
                                  </m:r>
                                  <m:acc>
                                    <m:accPr>
                                      <m:chr m:val="̅"/>
                                      <m:ctrlPr>
                                        <a:rPr lang="en-IN" sz="1800" i="1">
                                          <a:latin typeface="Cambria Math" panose="02040503050406030204" pitchFamily="18" charset="0"/>
                                        </a:rPr>
                                      </m:ctrlPr>
                                    </m:accPr>
                                    <m:e>
                                      <m:sSub>
                                        <m:sSubPr>
                                          <m:ctrlPr>
                                            <a:rPr lang="en-IN" sz="1800" i="1">
                                              <a:latin typeface="Cambria Math" panose="02040503050406030204" pitchFamily="18" charset="0"/>
                                            </a:rPr>
                                          </m:ctrlPr>
                                        </m:sSubPr>
                                        <m:e>
                                          <m:r>
                                            <a:rPr lang="en-US" sz="1800" i="1">
                                              <a:latin typeface="Cambria Math" panose="02040503050406030204" pitchFamily="18" charset="0"/>
                                            </a:rPr>
                                            <m:t>𝑦</m:t>
                                          </m:r>
                                        </m:e>
                                        <m:sub>
                                          <m:r>
                                            <a:rPr lang="en-US" sz="1800" i="1">
                                              <a:latin typeface="Cambria Math" panose="02040503050406030204" pitchFamily="18" charset="0"/>
                                            </a:rPr>
                                            <m:t>𝑖</m:t>
                                          </m:r>
                                        </m:sub>
                                      </m:sSub>
                                    </m:e>
                                  </m:acc>
                                  <m:r>
                                    <a:rPr lang="en-US" sz="1800" i="1">
                                      <a:latin typeface="Cambria Math" panose="02040503050406030204" pitchFamily="18" charset="0"/>
                                    </a:rPr>
                                    <m:t>)</m:t>
                                  </m:r>
                                </m:e>
                                <m:sup>
                                  <m:r>
                                    <a:rPr lang="en-US" sz="1800" i="1">
                                      <a:latin typeface="Cambria Math" panose="02040503050406030204" pitchFamily="18" charset="0"/>
                                    </a:rPr>
                                    <m:t>2</m:t>
                                  </m:r>
                                </m:sup>
                              </m:sSup>
                            </m:e>
                          </m:nary>
                        </m:den>
                      </m:f>
                    </m:oMath>
                  </m:oMathPara>
                </a14:m>
                <a:endParaRPr lang="en-IN" sz="1800" dirty="0">
                  <a:latin typeface="Times New Roman" panose="02020603050405020304" pitchFamily="18" charset="0"/>
                  <a:cs typeface="Times New Roman" panose="02020603050405020304" pitchFamily="18" charset="0"/>
                </a:endParaRPr>
              </a:p>
              <a:p>
                <a:pPr marL="0" lvl="0" indent="0">
                  <a:buNone/>
                </a:pPr>
                <a:r>
                  <a:rPr lang="en-IN" sz="1800" b="1" dirty="0">
                    <a:latin typeface="Times New Roman" panose="02020603050405020304" pitchFamily="18" charset="0"/>
                    <a:cs typeface="Times New Roman" panose="02020603050405020304" pitchFamily="18" charset="0"/>
                  </a:rPr>
                  <a:t>           Accuracy</a:t>
                </a: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                                                              Accuracy = </a:t>
                </a:r>
                <a14:m>
                  <m:oMath xmlns:m="http://schemas.openxmlformats.org/officeDocument/2006/math">
                    <m:f>
                      <m:fPr>
                        <m:ctrlPr>
                          <a:rPr lang="en-IN" sz="1800" i="1">
                            <a:latin typeface="Cambria Math" panose="02040503050406030204" pitchFamily="18" charset="0"/>
                          </a:rPr>
                        </m:ctrlPr>
                      </m:fPr>
                      <m:num>
                        <m:r>
                          <a:rPr lang="en-IN" sz="1800" i="1">
                            <a:latin typeface="Cambria Math" panose="02040503050406030204" pitchFamily="18" charset="0"/>
                          </a:rPr>
                          <m:t>𝑇𝑃</m:t>
                        </m:r>
                        <m:r>
                          <a:rPr lang="en-IN" sz="1800" i="1">
                            <a:latin typeface="Cambria Math" panose="02040503050406030204" pitchFamily="18" charset="0"/>
                          </a:rPr>
                          <m:t>+</m:t>
                        </m:r>
                        <m:r>
                          <a:rPr lang="en-IN" sz="1800" i="1">
                            <a:latin typeface="Cambria Math" panose="02040503050406030204" pitchFamily="18" charset="0"/>
                          </a:rPr>
                          <m:t>𝑇𝑁</m:t>
                        </m:r>
                      </m:num>
                      <m:den>
                        <m:r>
                          <a:rPr lang="en-IN" sz="1800" i="1">
                            <a:latin typeface="Cambria Math" panose="02040503050406030204" pitchFamily="18" charset="0"/>
                          </a:rPr>
                          <m:t>𝑇𝑃</m:t>
                        </m:r>
                        <m:r>
                          <a:rPr lang="en-IN" sz="1800" i="1">
                            <a:latin typeface="Cambria Math" panose="02040503050406030204" pitchFamily="18" charset="0"/>
                          </a:rPr>
                          <m:t>+</m:t>
                        </m:r>
                        <m:r>
                          <a:rPr lang="en-IN" sz="1800" i="1">
                            <a:latin typeface="Cambria Math" panose="02040503050406030204" pitchFamily="18" charset="0"/>
                          </a:rPr>
                          <m:t>𝑇𝑁</m:t>
                        </m:r>
                        <m:r>
                          <a:rPr lang="en-IN" sz="1800" i="1">
                            <a:latin typeface="Cambria Math" panose="02040503050406030204" pitchFamily="18" charset="0"/>
                          </a:rPr>
                          <m:t>+</m:t>
                        </m:r>
                        <m:r>
                          <a:rPr lang="en-IN" sz="1800" i="1">
                            <a:latin typeface="Cambria Math" panose="02040503050406030204" pitchFamily="18" charset="0"/>
                          </a:rPr>
                          <m:t>𝐹𝑃</m:t>
                        </m:r>
                        <m:r>
                          <a:rPr lang="en-IN" sz="1800" i="1">
                            <a:latin typeface="Cambria Math" panose="02040503050406030204" pitchFamily="18" charset="0"/>
                          </a:rPr>
                          <m:t>+</m:t>
                        </m:r>
                        <m:r>
                          <a:rPr lang="en-IN" sz="1800" i="1">
                            <a:latin typeface="Cambria Math" panose="02040503050406030204" pitchFamily="18" charset="0"/>
                          </a:rPr>
                          <m:t>𝐹𝑁</m:t>
                        </m:r>
                      </m:den>
                    </m:f>
                  </m:oMath>
                </a14:m>
                <a:endParaRPr lang="en-IN" sz="1800" dirty="0">
                  <a:latin typeface="Times New Roman" panose="02020603050405020304" pitchFamily="18" charset="0"/>
                  <a:cs typeface="Times New Roman" panose="02020603050405020304" pitchFamily="18" charset="0"/>
                </a:endParaRPr>
              </a:p>
              <a:p>
                <a:pPr marL="0" indent="0" algn="just">
                  <a:buNone/>
                </a:pPr>
                <a:endParaRPr lang="en-US" b="1" dirty="0">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2A71771C-C484-2056-334C-0A38D67225CF}"/>
                  </a:ext>
                </a:extLst>
              </p:cNvPr>
              <p:cNvSpPr>
                <a:spLocks noGrp="1" noRot="1" noChangeAspect="1" noMove="1" noResize="1" noEditPoints="1" noAdjustHandles="1" noChangeArrowheads="1" noChangeShapeType="1" noTextEdit="1"/>
              </p:cNvSpPr>
              <p:nvPr>
                <p:ph idx="1"/>
              </p:nvPr>
            </p:nvSpPr>
            <p:spPr>
              <a:xfrm>
                <a:off x="184171" y="1027165"/>
                <a:ext cx="11169629" cy="4860966"/>
              </a:xfrm>
              <a:blipFill>
                <a:blip r:embed="rId2"/>
                <a:stretch>
                  <a:fillRect l="-327" t="-752" b="-627"/>
                </a:stretch>
              </a:blipFill>
            </p:spPr>
            <p:txBody>
              <a:bodyPr/>
              <a:lstStyle/>
              <a:p>
                <a:r>
                  <a:rPr lang="en-IN">
                    <a:noFill/>
                  </a:rPr>
                  <a:t> </a:t>
                </a:r>
              </a:p>
            </p:txBody>
          </p:sp>
        </mc:Fallback>
      </mc:AlternateContent>
      <p:pic>
        <p:nvPicPr>
          <p:cNvPr id="4" name="Picture 3" descr="Text&#10;&#10;Description automatically generated">
            <a:extLst>
              <a:ext uri="{FF2B5EF4-FFF2-40B4-BE49-F238E27FC236}">
                <a16:creationId xmlns:a16="http://schemas.microsoft.com/office/drawing/2014/main" id="{F43DD2BC-0145-8F85-5E95-AE2AE75DF9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02604" y="87119"/>
            <a:ext cx="3705225" cy="828466"/>
          </a:xfrm>
          <a:prstGeom prst="rect">
            <a:avLst/>
          </a:prstGeom>
        </p:spPr>
      </p:pic>
    </p:spTree>
    <p:extLst>
      <p:ext uri="{BB962C8B-B14F-4D97-AF65-F5344CB8AC3E}">
        <p14:creationId xmlns:p14="http://schemas.microsoft.com/office/powerpoint/2010/main" val="3645892342"/>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1244D-108F-4881-500B-70D529C213F8}"/>
              </a:ext>
            </a:extLst>
          </p:cNvPr>
          <p:cNvSpPr>
            <a:spLocks noGrp="1"/>
          </p:cNvSpPr>
          <p:nvPr>
            <p:ph type="title"/>
          </p:nvPr>
        </p:nvSpPr>
        <p:spPr>
          <a:xfrm>
            <a:off x="122566" y="440953"/>
            <a:ext cx="10515600" cy="1325563"/>
          </a:xfrm>
        </p:spPr>
        <p:txBody>
          <a:bodyPr>
            <a:normAutofit/>
          </a:bodyPr>
          <a:lstStyle/>
          <a:p>
            <a:r>
              <a:rPr lang="en-US" sz="3200" b="1" spc="-1" dirty="0">
                <a:latin typeface="Times New Roman" panose="02020603050405020304" pitchFamily="18" charset="0"/>
                <a:cs typeface="Times New Roman" panose="02020603050405020304" pitchFamily="18" charset="0"/>
              </a:rPr>
              <a:t>Methodology</a:t>
            </a:r>
            <a:br>
              <a:rPr lang="en-US" sz="3500" b="1" dirty="0">
                <a:latin typeface="Calibri "/>
                <a:cs typeface="Times New Roman" panose="02020603050405020304" pitchFamily="18" charset="0"/>
              </a:rPr>
            </a:br>
            <a:endParaRPr lang="en-US" sz="3500" dirty="0">
              <a:latin typeface="Calibri "/>
            </a:endParaRPr>
          </a:p>
        </p:txBody>
      </p:sp>
      <p:sp>
        <p:nvSpPr>
          <p:cNvPr id="3" name="Content Placeholder 2">
            <a:extLst>
              <a:ext uri="{FF2B5EF4-FFF2-40B4-BE49-F238E27FC236}">
                <a16:creationId xmlns:a16="http://schemas.microsoft.com/office/drawing/2014/main" id="{28D3ED10-1CBD-0910-5078-526EC27936CE}"/>
              </a:ext>
            </a:extLst>
          </p:cNvPr>
          <p:cNvSpPr>
            <a:spLocks noGrp="1"/>
          </p:cNvSpPr>
          <p:nvPr>
            <p:ph idx="1"/>
          </p:nvPr>
        </p:nvSpPr>
        <p:spPr>
          <a:xfrm>
            <a:off x="838200" y="1203116"/>
            <a:ext cx="10515600" cy="4973847"/>
          </a:xfrm>
        </p:spPr>
        <p:txBody>
          <a:bodyPr/>
          <a:lstStyle/>
          <a:p>
            <a:pPr marL="0" indent="0">
              <a:buNone/>
            </a:pPr>
            <a:endParaRPr lang="en-US" dirty="0"/>
          </a:p>
          <a:p>
            <a:pPr marL="0" indent="0">
              <a:buNone/>
            </a:pPr>
            <a:endParaRPr lang="en-US" dirty="0"/>
          </a:p>
        </p:txBody>
      </p:sp>
      <p:pic>
        <p:nvPicPr>
          <p:cNvPr id="4" name="Picture 3" descr="Text&#10;&#10;Description automatically generated">
            <a:extLst>
              <a:ext uri="{FF2B5EF4-FFF2-40B4-BE49-F238E27FC236}">
                <a16:creationId xmlns:a16="http://schemas.microsoft.com/office/drawing/2014/main" id="{49C3F90C-E198-4067-4571-16E14C8E5F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86775" y="77797"/>
            <a:ext cx="3705225" cy="828466"/>
          </a:xfrm>
          <a:prstGeom prst="rect">
            <a:avLst/>
          </a:prstGeom>
        </p:spPr>
      </p:pic>
      <p:sp>
        <p:nvSpPr>
          <p:cNvPr id="19" name="Rectangle 15">
            <a:extLst>
              <a:ext uri="{FF2B5EF4-FFF2-40B4-BE49-F238E27FC236}">
                <a16:creationId xmlns:a16="http://schemas.microsoft.com/office/drawing/2014/main" id="{AD13B2D3-65D2-E8CA-A470-229CE696A765}"/>
              </a:ext>
            </a:extLst>
          </p:cNvPr>
          <p:cNvSpPr>
            <a:spLocks noChangeArrowheads="1"/>
          </p:cNvSpPr>
          <p:nvPr/>
        </p:nvSpPr>
        <p:spPr bwMode="auto">
          <a:xfrm>
            <a:off x="1447855" y="185971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DBA263C9-DD8C-7D7B-CDA5-C7084DAAE894}"/>
              </a:ext>
            </a:extLst>
          </p:cNvPr>
          <p:cNvPicPr>
            <a:picLocks noChangeAspect="1"/>
          </p:cNvPicPr>
          <p:nvPr/>
        </p:nvPicPr>
        <p:blipFill>
          <a:blip r:embed="rId3"/>
          <a:stretch>
            <a:fillRect/>
          </a:stretch>
        </p:blipFill>
        <p:spPr>
          <a:xfrm>
            <a:off x="3705308" y="1103734"/>
            <a:ext cx="3586450" cy="4895131"/>
          </a:xfrm>
          <a:prstGeom prst="rect">
            <a:avLst/>
          </a:prstGeom>
        </p:spPr>
      </p:pic>
    </p:spTree>
    <p:extLst>
      <p:ext uri="{BB962C8B-B14F-4D97-AF65-F5344CB8AC3E}">
        <p14:creationId xmlns:p14="http://schemas.microsoft.com/office/powerpoint/2010/main" val="15533946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ext&#10;&#10;Description automatically generated">
            <a:extLst>
              <a:ext uri="{FF2B5EF4-FFF2-40B4-BE49-F238E27FC236}">
                <a16:creationId xmlns:a16="http://schemas.microsoft.com/office/drawing/2014/main" id="{E26A3CF9-ED82-20D0-B6F3-3A3396CA65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86775" y="77797"/>
            <a:ext cx="3705225" cy="828466"/>
          </a:xfrm>
          <a:prstGeom prst="rect">
            <a:avLst/>
          </a:prstGeom>
        </p:spPr>
      </p:pic>
      <p:sp>
        <p:nvSpPr>
          <p:cNvPr id="9" name="TextBox 8">
            <a:extLst>
              <a:ext uri="{FF2B5EF4-FFF2-40B4-BE49-F238E27FC236}">
                <a16:creationId xmlns:a16="http://schemas.microsoft.com/office/drawing/2014/main" id="{84172FF0-7666-FC54-F5C5-1430B1CD3D0F}"/>
              </a:ext>
            </a:extLst>
          </p:cNvPr>
          <p:cNvSpPr txBox="1"/>
          <p:nvPr/>
        </p:nvSpPr>
        <p:spPr>
          <a:xfrm>
            <a:off x="304138" y="264582"/>
            <a:ext cx="6094674" cy="584775"/>
          </a:xfrm>
          <a:prstGeom prst="rect">
            <a:avLst/>
          </a:prstGeom>
          <a:noFill/>
        </p:spPr>
        <p:txBody>
          <a:bodyPr wrap="square">
            <a:spAutoFit/>
          </a:bodyPr>
          <a:lstStyle/>
          <a:p>
            <a:r>
              <a:rPr lang="en-US" sz="3200" b="1" spc="-1" dirty="0">
                <a:latin typeface="Times New Roman" panose="02020603050405020304" pitchFamily="18" charset="0"/>
                <a:cs typeface="Times New Roman" panose="02020603050405020304" pitchFamily="18" charset="0"/>
              </a:rPr>
              <a:t>RESULTS</a:t>
            </a:r>
            <a:endParaRPr lang="en-IN" sz="3200" dirty="0"/>
          </a:p>
        </p:txBody>
      </p:sp>
      <p:pic>
        <p:nvPicPr>
          <p:cNvPr id="6" name="Picture 5">
            <a:extLst>
              <a:ext uri="{FF2B5EF4-FFF2-40B4-BE49-F238E27FC236}">
                <a16:creationId xmlns:a16="http://schemas.microsoft.com/office/drawing/2014/main" id="{1631D50E-D09A-7FB5-5181-0A4280FE6766}"/>
              </a:ext>
            </a:extLst>
          </p:cNvPr>
          <p:cNvPicPr>
            <a:picLocks noChangeAspect="1"/>
          </p:cNvPicPr>
          <p:nvPr/>
        </p:nvPicPr>
        <p:blipFill>
          <a:blip r:embed="rId3"/>
          <a:stretch>
            <a:fillRect/>
          </a:stretch>
        </p:blipFill>
        <p:spPr>
          <a:xfrm>
            <a:off x="488991" y="906263"/>
            <a:ext cx="3984878" cy="5687155"/>
          </a:xfrm>
          <a:prstGeom prst="rect">
            <a:avLst/>
          </a:prstGeom>
        </p:spPr>
      </p:pic>
      <p:pic>
        <p:nvPicPr>
          <p:cNvPr id="10" name="Picture 9">
            <a:extLst>
              <a:ext uri="{FF2B5EF4-FFF2-40B4-BE49-F238E27FC236}">
                <a16:creationId xmlns:a16="http://schemas.microsoft.com/office/drawing/2014/main" id="{E86FDD57-01ED-076C-8BD4-9F179B4FC1F4}"/>
              </a:ext>
            </a:extLst>
          </p:cNvPr>
          <p:cNvPicPr>
            <a:picLocks noChangeAspect="1"/>
          </p:cNvPicPr>
          <p:nvPr/>
        </p:nvPicPr>
        <p:blipFill>
          <a:blip r:embed="rId4"/>
          <a:stretch>
            <a:fillRect/>
          </a:stretch>
        </p:blipFill>
        <p:spPr>
          <a:xfrm>
            <a:off x="4850296" y="1569352"/>
            <a:ext cx="6655242" cy="3924548"/>
          </a:xfrm>
          <a:prstGeom prst="rect">
            <a:avLst/>
          </a:prstGeom>
        </p:spPr>
      </p:pic>
    </p:spTree>
    <p:extLst>
      <p:ext uri="{BB962C8B-B14F-4D97-AF65-F5344CB8AC3E}">
        <p14:creationId xmlns:p14="http://schemas.microsoft.com/office/powerpoint/2010/main" val="27994253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2FBFE-FAB5-A5E2-CD4F-249A6A89E023}"/>
            </a:ext>
          </a:extLst>
        </p:cNvPr>
        <p:cNvGrpSpPr/>
        <p:nvPr/>
      </p:nvGrpSpPr>
      <p:grpSpPr>
        <a:xfrm>
          <a:off x="0" y="0"/>
          <a:ext cx="0" cy="0"/>
          <a:chOff x="0" y="0"/>
          <a:chExt cx="0" cy="0"/>
        </a:xfrm>
      </p:grpSpPr>
      <p:pic>
        <p:nvPicPr>
          <p:cNvPr id="2" name="Picture 1" descr="Text&#10;&#10;Description automatically generated">
            <a:extLst>
              <a:ext uri="{FF2B5EF4-FFF2-40B4-BE49-F238E27FC236}">
                <a16:creationId xmlns:a16="http://schemas.microsoft.com/office/drawing/2014/main" id="{5E3FDF91-1543-E506-F458-0D35EF7D11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86775" y="77797"/>
            <a:ext cx="3705225" cy="828466"/>
          </a:xfrm>
          <a:prstGeom prst="rect">
            <a:avLst/>
          </a:prstGeom>
        </p:spPr>
      </p:pic>
      <p:sp>
        <p:nvSpPr>
          <p:cNvPr id="9" name="TextBox 8">
            <a:extLst>
              <a:ext uri="{FF2B5EF4-FFF2-40B4-BE49-F238E27FC236}">
                <a16:creationId xmlns:a16="http://schemas.microsoft.com/office/drawing/2014/main" id="{7D775ECF-BBFE-D714-0AF7-DDC4B3666E6B}"/>
              </a:ext>
            </a:extLst>
          </p:cNvPr>
          <p:cNvSpPr txBox="1"/>
          <p:nvPr/>
        </p:nvSpPr>
        <p:spPr>
          <a:xfrm>
            <a:off x="304138" y="264582"/>
            <a:ext cx="6094674" cy="584775"/>
          </a:xfrm>
          <a:prstGeom prst="rect">
            <a:avLst/>
          </a:prstGeom>
          <a:noFill/>
        </p:spPr>
        <p:txBody>
          <a:bodyPr wrap="square">
            <a:spAutoFit/>
          </a:bodyPr>
          <a:lstStyle/>
          <a:p>
            <a:r>
              <a:rPr lang="en-US" sz="3200" b="1" spc="-1" dirty="0">
                <a:latin typeface="Times New Roman" panose="02020603050405020304" pitchFamily="18" charset="0"/>
                <a:cs typeface="Times New Roman" panose="02020603050405020304" pitchFamily="18" charset="0"/>
              </a:rPr>
              <a:t>Future scope</a:t>
            </a:r>
            <a:endParaRPr lang="en-IN" sz="3200" dirty="0"/>
          </a:p>
        </p:txBody>
      </p:sp>
      <p:sp>
        <p:nvSpPr>
          <p:cNvPr id="6" name="TextBox 5">
            <a:extLst>
              <a:ext uri="{FF2B5EF4-FFF2-40B4-BE49-F238E27FC236}">
                <a16:creationId xmlns:a16="http://schemas.microsoft.com/office/drawing/2014/main" id="{2A749821-7773-3AB1-9DBB-B10447033D9C}"/>
              </a:ext>
            </a:extLst>
          </p:cNvPr>
          <p:cNvSpPr txBox="1"/>
          <p:nvPr/>
        </p:nvSpPr>
        <p:spPr>
          <a:xfrm>
            <a:off x="771277" y="1367624"/>
            <a:ext cx="10678601" cy="3139321"/>
          </a:xfrm>
          <a:prstGeom prst="rect">
            <a:avLst/>
          </a:prstGeom>
          <a:noFill/>
        </p:spPr>
        <p:txBody>
          <a:bodyPr wrap="square">
            <a:spAutoFit/>
          </a:bodyPr>
          <a:lstStyle/>
          <a:p>
            <a:pPr>
              <a:buNone/>
            </a:pPr>
            <a:r>
              <a:rPr lang="en-US" dirty="0">
                <a:latin typeface="Times New Roman" panose="02020603050405020304" pitchFamily="18" charset="0"/>
                <a:cs typeface="Times New Roman" panose="02020603050405020304" pitchFamily="18" charset="0"/>
              </a:rPr>
              <a:t>The current model can be expanded in several ways:</a:t>
            </a:r>
          </a:p>
          <a:p>
            <a:pPr>
              <a:buFont typeface="+mj-lt"/>
              <a:buAutoNum type="arabicPeriod"/>
            </a:pPr>
            <a:r>
              <a:rPr lang="en-US" dirty="0">
                <a:latin typeface="Times New Roman" panose="02020603050405020304" pitchFamily="18" charset="0"/>
                <a:cs typeface="Times New Roman" panose="02020603050405020304" pitchFamily="18" charset="0"/>
              </a:rPr>
              <a:t>Feature Expansion: Include additional features like </a:t>
            </a:r>
            <a:r>
              <a:rPr lang="en-US" i="1" dirty="0">
                <a:latin typeface="Times New Roman" panose="02020603050405020304" pitchFamily="18" charset="0"/>
                <a:cs typeface="Times New Roman" panose="02020603050405020304" pitchFamily="18" charset="0"/>
              </a:rPr>
              <a:t>genre, director, cast popularity, runtime,</a:t>
            </a:r>
            <a:r>
              <a:rPr lang="en-US" dirty="0">
                <a:latin typeface="Times New Roman" panose="02020603050405020304" pitchFamily="18" charset="0"/>
                <a:cs typeface="Times New Roman" panose="02020603050405020304" pitchFamily="18" charset="0"/>
              </a:rPr>
              <a:t> or </a:t>
            </a:r>
            <a:r>
              <a:rPr lang="en-US" i="1" dirty="0">
                <a:latin typeface="Times New Roman" panose="02020603050405020304" pitchFamily="18" charset="0"/>
                <a:cs typeface="Times New Roman" panose="02020603050405020304" pitchFamily="18" charset="0"/>
              </a:rPr>
              <a:t>budget</a:t>
            </a:r>
            <a:r>
              <a:rPr lang="en-US" dirty="0">
                <a:latin typeface="Times New Roman" panose="02020603050405020304" pitchFamily="18" charset="0"/>
                <a:cs typeface="Times New Roman" panose="02020603050405020304" pitchFamily="18" charset="0"/>
              </a:rPr>
              <a:t> for higher predictive accuracy.</a:t>
            </a:r>
          </a:p>
          <a:p>
            <a:pPr>
              <a:buFont typeface="+mj-lt"/>
              <a:buAutoNum type="arabicPeriod"/>
            </a:pPr>
            <a:r>
              <a:rPr lang="en-US" dirty="0">
                <a:latin typeface="Times New Roman" panose="02020603050405020304" pitchFamily="18" charset="0"/>
                <a:cs typeface="Times New Roman" panose="02020603050405020304" pitchFamily="18" charset="0"/>
              </a:rPr>
              <a:t>Advanced NLP Techniques: Use BERT, </a:t>
            </a:r>
            <a:r>
              <a:rPr lang="en-US" dirty="0" err="1">
                <a:latin typeface="Times New Roman" panose="02020603050405020304" pitchFamily="18" charset="0"/>
                <a:cs typeface="Times New Roman" panose="02020603050405020304" pitchFamily="18" charset="0"/>
              </a:rPr>
              <a:t>RoBERTa</a:t>
            </a:r>
            <a:r>
              <a:rPr lang="en-US" dirty="0">
                <a:latin typeface="Times New Roman" panose="02020603050405020304" pitchFamily="18" charset="0"/>
                <a:cs typeface="Times New Roman" panose="02020603050405020304" pitchFamily="18" charset="0"/>
              </a:rPr>
              <a:t>, or VADER sentiment analysis for better textual feature extraction.</a:t>
            </a:r>
          </a:p>
          <a:p>
            <a:pPr>
              <a:buFont typeface="+mj-lt"/>
              <a:buAutoNum type="arabicPeriod"/>
            </a:pPr>
            <a:r>
              <a:rPr lang="en-US" dirty="0">
                <a:latin typeface="Times New Roman" panose="02020603050405020304" pitchFamily="18" charset="0"/>
                <a:cs typeface="Times New Roman" panose="02020603050405020304" pitchFamily="18" charset="0"/>
              </a:rPr>
              <a:t>Ensemble Models: Apply models like Random Forest, Gradient Boosting, or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for improved performance.</a:t>
            </a:r>
          </a:p>
          <a:p>
            <a:pPr>
              <a:buFont typeface="+mj-lt"/>
              <a:buAutoNum type="arabicPeriod"/>
            </a:pPr>
            <a:r>
              <a:rPr lang="en-US" dirty="0">
                <a:latin typeface="Times New Roman" panose="02020603050405020304" pitchFamily="18" charset="0"/>
                <a:cs typeface="Times New Roman" panose="02020603050405020304" pitchFamily="18" charset="0"/>
              </a:rPr>
              <a:t>Real-time Prediction: Integrate the model with a web app (using Flask or </a:t>
            </a:r>
            <a:r>
              <a:rPr lang="en-US"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 to predict ratings of new movies based on user inputs.</a:t>
            </a:r>
          </a:p>
          <a:p>
            <a:pPr>
              <a:buFont typeface="+mj-lt"/>
              <a:buAutoNum type="arabicPeriod"/>
            </a:pPr>
            <a:r>
              <a:rPr lang="en-US" dirty="0">
                <a:latin typeface="Times New Roman" panose="02020603050405020304" pitchFamily="18" charset="0"/>
                <a:cs typeface="Times New Roman" panose="02020603050405020304" pitchFamily="18" charset="0"/>
              </a:rPr>
              <a:t>OTT Adaptation: Extend this model to predict audience ratings or success probability of OTT platform releases based on trailers, reviews, and metadata.</a:t>
            </a:r>
          </a:p>
        </p:txBody>
      </p:sp>
    </p:spTree>
    <p:extLst>
      <p:ext uri="{BB962C8B-B14F-4D97-AF65-F5344CB8AC3E}">
        <p14:creationId xmlns:p14="http://schemas.microsoft.com/office/powerpoint/2010/main" val="11586729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CD998-359E-5063-902E-BA1AD53397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6F3D8C-46F5-FC5A-4166-DDA5800CC910}"/>
              </a:ext>
            </a:extLst>
          </p:cNvPr>
          <p:cNvSpPr>
            <a:spLocks noGrp="1"/>
          </p:cNvSpPr>
          <p:nvPr>
            <p:ph type="title"/>
          </p:nvPr>
        </p:nvSpPr>
        <p:spPr>
          <a:xfrm>
            <a:off x="577344" y="307975"/>
            <a:ext cx="10515600" cy="1325563"/>
          </a:xfrm>
        </p:spPr>
        <p:txBody>
          <a:bodyPr/>
          <a:lstStyle/>
          <a:p>
            <a:r>
              <a:rPr lang="en-IN" dirty="0">
                <a:latin typeface="Times New Roman" panose="02020603050405020304" pitchFamily="18" charset="0"/>
                <a:cs typeface="Times New Roman" panose="02020603050405020304" pitchFamily="18" charset="0"/>
              </a:rPr>
              <a:t>References</a:t>
            </a:r>
          </a:p>
        </p:txBody>
      </p:sp>
      <p:sp>
        <p:nvSpPr>
          <p:cNvPr id="3" name="TextBox 2">
            <a:extLst>
              <a:ext uri="{FF2B5EF4-FFF2-40B4-BE49-F238E27FC236}">
                <a16:creationId xmlns:a16="http://schemas.microsoft.com/office/drawing/2014/main" id="{C408AE68-1CB6-64A8-AA03-76249D2A7D6B}"/>
              </a:ext>
            </a:extLst>
          </p:cNvPr>
          <p:cNvSpPr txBox="1"/>
          <p:nvPr/>
        </p:nvSpPr>
        <p:spPr>
          <a:xfrm>
            <a:off x="516836" y="1367623"/>
            <a:ext cx="10956896" cy="4708981"/>
          </a:xfrm>
          <a:prstGeom prst="rect">
            <a:avLst/>
          </a:prstGeom>
          <a:noFill/>
        </p:spPr>
        <p:txBody>
          <a:bodyPr wrap="square" rtlCol="0">
            <a:spAutoFit/>
          </a:bodyPr>
          <a:lstStyle/>
          <a:p>
            <a:pPr algn="l"/>
            <a:endParaRPr lang="en-US" sz="1100" dirty="0">
              <a:latin typeface="Times New Roman" panose="02020603050405020304" pitchFamily="18" charset="0"/>
              <a:cs typeface="Times New Roman" panose="02020603050405020304" pitchFamily="18" charset="0"/>
            </a:endParaRPr>
          </a:p>
          <a:p>
            <a:r>
              <a:rPr lang="en-US" sz="1400" b="1" i="0" dirty="0">
                <a:solidFill>
                  <a:srgbClr val="1F1F1F"/>
                </a:solidFill>
                <a:effectLst/>
                <a:latin typeface="Times New Roman" panose="02020603050405020304" pitchFamily="18" charset="0"/>
                <a:cs typeface="Times New Roman" panose="02020603050405020304" pitchFamily="18" charset="0"/>
              </a:rPr>
              <a:t>[1] </a:t>
            </a:r>
            <a:r>
              <a:rPr lang="en-US" sz="1400" i="0" dirty="0">
                <a:solidFill>
                  <a:srgbClr val="1F1F1F"/>
                </a:solidFill>
                <a:effectLst/>
                <a:latin typeface="Times New Roman" panose="02020603050405020304" pitchFamily="18" charset="0"/>
                <a:cs typeface="Times New Roman" panose="02020603050405020304" pitchFamily="18" charset="0"/>
              </a:rPr>
              <a:t>Disentangling the effects on OTT platform performance of three strategies: Pricing, M&amp;As, and content investments</a:t>
            </a:r>
            <a:endParaRPr lang="en-US" sz="1400" dirty="0">
              <a:latin typeface="Times New Roman" panose="02020603050405020304" pitchFamily="18" charset="0"/>
              <a:cs typeface="Times New Roman" panose="02020603050405020304" pitchFamily="18" charset="0"/>
            </a:endParaRPr>
          </a:p>
          <a:p>
            <a:pPr algn="l"/>
            <a:r>
              <a:rPr lang="en-US" sz="1400" i="0" dirty="0">
                <a:effectLst/>
                <a:latin typeface="Times New Roman" panose="02020603050405020304" pitchFamily="18" charset="0"/>
                <a:cs typeface="Times New Roman" panose="02020603050405020304" pitchFamily="18" charset="0"/>
                <a:hlinkClick r:id="rId2"/>
              </a:rPr>
              <a:t>https://www.sciencedirect.com/science/article/pii/S0308596123001118</a:t>
            </a:r>
            <a:endParaRPr lang="en-US" sz="1400" dirty="0">
              <a:latin typeface="Times New Roman" panose="02020603050405020304" pitchFamily="18" charset="0"/>
              <a:cs typeface="Times New Roman" panose="02020603050405020304" pitchFamily="18" charset="0"/>
            </a:endParaRPr>
          </a:p>
          <a:p>
            <a:r>
              <a:rPr lang="en-US" sz="1400" i="0" dirty="0">
                <a:effectLst/>
                <a:latin typeface="Times New Roman" panose="02020603050405020304" pitchFamily="18" charset="0"/>
                <a:cs typeface="Times New Roman" panose="02020603050405020304" pitchFamily="18" charset="0"/>
              </a:rPr>
              <a:t>[2] Impact of ratings of content on OTT platforms and prediction of its success rate</a:t>
            </a:r>
            <a:endParaRPr lang="en-US" sz="1400" dirty="0">
              <a:latin typeface="Times New Roman" panose="02020603050405020304" pitchFamily="18" charset="0"/>
              <a:cs typeface="Times New Roman" panose="02020603050405020304" pitchFamily="18" charset="0"/>
            </a:endParaRPr>
          </a:p>
          <a:p>
            <a:pPr algn="l"/>
            <a:r>
              <a:rPr lang="en-US" sz="1400" b="0" i="0" dirty="0">
                <a:effectLst/>
                <a:latin typeface="Times New Roman" panose="02020603050405020304" pitchFamily="18" charset="0"/>
                <a:cs typeface="Times New Roman" panose="02020603050405020304" pitchFamily="18" charset="0"/>
                <a:hlinkClick r:id="rId3"/>
              </a:rPr>
              <a:t>https://link.springer.com/article/10.1007/s11042-023-15887-9</a:t>
            </a:r>
            <a:endParaRPr lang="en-US" sz="1400" b="0" i="0" dirty="0">
              <a:effectLst/>
              <a:latin typeface="Times New Roman" panose="02020603050405020304" pitchFamily="18" charset="0"/>
              <a:cs typeface="Times New Roman" panose="02020603050405020304" pitchFamily="18" charset="0"/>
            </a:endParaRPr>
          </a:p>
          <a:p>
            <a:pPr lvl="0"/>
            <a:r>
              <a:rPr lang="en-US" sz="1400" dirty="0">
                <a:latin typeface="Times New Roman" panose="02020603050405020304" pitchFamily="18" charset="0"/>
                <a:cs typeface="Times New Roman" panose="02020603050405020304" pitchFamily="18" charset="0"/>
              </a:rPr>
              <a:t>[3] R. K. Sharma and S. Mehta, “Predicting Movie Success: A Machine Learning Approach,” Int. J. Data Sci., vol. 5, no. 2, pp. 112–125, 2022, </a:t>
            </a:r>
            <a:r>
              <a:rPr lang="en-US" sz="1400" dirty="0" err="1">
                <a:latin typeface="Times New Roman" panose="02020603050405020304" pitchFamily="18" charset="0"/>
                <a:cs typeface="Times New Roman" panose="02020603050405020304" pitchFamily="18" charset="0"/>
              </a:rPr>
              <a:t>doi</a:t>
            </a:r>
            <a:r>
              <a:rPr lang="en-US" sz="1400" dirty="0">
                <a:latin typeface="Times New Roman" panose="02020603050405020304" pitchFamily="18" charset="0"/>
                <a:cs typeface="Times New Roman" panose="02020603050405020304" pitchFamily="18" charset="0"/>
              </a:rPr>
              <a:t>: 10.1016/j.ijdatasci.2022.05.003.</a:t>
            </a:r>
            <a:endParaRPr lang="en-IN" sz="1400" dirty="0">
              <a:latin typeface="Times New Roman" panose="02020603050405020304" pitchFamily="18" charset="0"/>
              <a:cs typeface="Times New Roman" panose="02020603050405020304" pitchFamily="18" charset="0"/>
            </a:endParaRPr>
          </a:p>
          <a:p>
            <a:pPr lvl="0"/>
            <a:r>
              <a:rPr lang="en-US" sz="1400" dirty="0">
                <a:latin typeface="Times New Roman" panose="02020603050405020304" pitchFamily="18" charset="0"/>
                <a:cs typeface="Times New Roman" panose="02020603050405020304" pitchFamily="18" charset="0"/>
              </a:rPr>
              <a:t>[4] J. Doe, Machine Learning for Predictive Analytics, 2nd ed. Springer, 2021.</a:t>
            </a:r>
            <a:endParaRPr lang="en-IN" sz="1400" dirty="0">
              <a:latin typeface="Times New Roman" panose="02020603050405020304" pitchFamily="18" charset="0"/>
              <a:cs typeface="Times New Roman" panose="02020603050405020304" pitchFamily="18" charset="0"/>
            </a:endParaRPr>
          </a:p>
          <a:p>
            <a:pPr lvl="0"/>
            <a:r>
              <a:rPr lang="en-US" sz="1400" dirty="0">
                <a:latin typeface="Times New Roman" panose="02020603050405020304" pitchFamily="18" charset="0"/>
                <a:cs typeface="Times New Roman" panose="02020603050405020304" pitchFamily="18" charset="0"/>
              </a:rPr>
              <a:t>[5] M. Kumar, “Sentiment Analysis for Movie Ratings,” in Proc. Int. Conf. AI &amp; Media, 2020, pp. 45–50.</a:t>
            </a:r>
            <a:endParaRPr lang="en-IN" sz="1400" dirty="0">
              <a:latin typeface="Times New Roman" panose="02020603050405020304" pitchFamily="18" charset="0"/>
              <a:cs typeface="Times New Roman" panose="02020603050405020304" pitchFamily="18" charset="0"/>
            </a:endParaRPr>
          </a:p>
          <a:p>
            <a:pPr lvl="0"/>
            <a:r>
              <a:rPr lang="en-US" sz="1400" dirty="0">
                <a:latin typeface="Times New Roman" panose="02020603050405020304" pitchFamily="18" charset="0"/>
                <a:cs typeface="Times New Roman" panose="02020603050405020304" pitchFamily="18" charset="0"/>
              </a:rPr>
              <a:t>[6] S. Patel, “The Influence of Social Media on Movie Ratings,” J. Digit. Media Stud., vol. 8, no. 3, pp. 67–80, 2023, </a:t>
            </a:r>
            <a:r>
              <a:rPr lang="en-US" sz="1400" dirty="0" err="1">
                <a:latin typeface="Times New Roman" panose="02020603050405020304" pitchFamily="18" charset="0"/>
                <a:cs typeface="Times New Roman" panose="02020603050405020304" pitchFamily="18" charset="0"/>
              </a:rPr>
              <a:t>doi</a:t>
            </a:r>
            <a:r>
              <a:rPr lang="en-US" sz="1400" dirty="0">
                <a:latin typeface="Times New Roman" panose="02020603050405020304" pitchFamily="18" charset="0"/>
                <a:cs typeface="Times New Roman" panose="02020603050405020304" pitchFamily="18" charset="0"/>
              </a:rPr>
              <a:t>: 10.1109/JDMS.2023.8765432.</a:t>
            </a:r>
            <a:endParaRPr lang="en-IN" sz="1400" dirty="0">
              <a:latin typeface="Times New Roman" panose="02020603050405020304" pitchFamily="18" charset="0"/>
              <a:cs typeface="Times New Roman" panose="02020603050405020304" pitchFamily="18" charset="0"/>
            </a:endParaRPr>
          </a:p>
          <a:p>
            <a:pPr lvl="0"/>
            <a:r>
              <a:rPr lang="en-US" sz="1400" dirty="0">
                <a:latin typeface="Times New Roman" panose="02020603050405020304" pitchFamily="18" charset="0"/>
                <a:cs typeface="Times New Roman" panose="02020603050405020304" pitchFamily="18" charset="0"/>
              </a:rPr>
              <a:t>[7] P. Johnson and L. Brown, “Analyzing User Ratings and Watch Patterns on OTT Platforms,” J. Media Analytics, vol. 6, no. 1, pp. 25–40, 2023.</a:t>
            </a:r>
            <a:endParaRPr lang="en-IN" sz="1400" dirty="0">
              <a:latin typeface="Times New Roman" panose="02020603050405020304" pitchFamily="18" charset="0"/>
              <a:cs typeface="Times New Roman" panose="02020603050405020304" pitchFamily="18" charset="0"/>
            </a:endParaRPr>
          </a:p>
          <a:p>
            <a:pPr lvl="0"/>
            <a:r>
              <a:rPr lang="en-US" sz="1400" dirty="0">
                <a:latin typeface="Times New Roman" panose="02020603050405020304" pitchFamily="18" charset="0"/>
                <a:cs typeface="Times New Roman" panose="02020603050405020304" pitchFamily="18" charset="0"/>
              </a:rPr>
              <a:t>[8] A. Smith, “User-Generated Reviews and Their Impact on Streaming Recommendations,” Digit. Media Res. J., vol. 10, no. 4, pp. 55–72, 2021.</a:t>
            </a:r>
            <a:endParaRPr lang="en-IN" sz="1400" dirty="0">
              <a:latin typeface="Times New Roman" panose="02020603050405020304" pitchFamily="18" charset="0"/>
              <a:cs typeface="Times New Roman" panose="02020603050405020304" pitchFamily="18" charset="0"/>
            </a:endParaRPr>
          </a:p>
          <a:p>
            <a:pPr lvl="0"/>
            <a:r>
              <a:rPr lang="en-US" sz="1400" dirty="0">
                <a:latin typeface="Times New Roman" panose="02020603050405020304" pitchFamily="18" charset="0"/>
                <a:cs typeface="Times New Roman" panose="02020603050405020304" pitchFamily="18" charset="0"/>
              </a:rPr>
              <a:t>[9] R. Williams and M. Clarke, “Predicting Movie Ratings Using Machine Learning: A Comparative Analysis,” in Proc. Int. Conf. AI &amp; Entertainment, 2022, pp. 90–98.</a:t>
            </a:r>
            <a:endParaRPr lang="en-IN" sz="1400" dirty="0">
              <a:latin typeface="Times New Roman" panose="02020603050405020304" pitchFamily="18" charset="0"/>
              <a:cs typeface="Times New Roman" panose="02020603050405020304" pitchFamily="18" charset="0"/>
            </a:endParaRPr>
          </a:p>
          <a:p>
            <a:pPr lvl="0"/>
            <a:r>
              <a:rPr lang="en-US" sz="1400" dirty="0">
                <a:latin typeface="Times New Roman" panose="02020603050405020304" pitchFamily="18" charset="0"/>
                <a:cs typeface="Times New Roman" panose="02020603050405020304" pitchFamily="18" charset="0"/>
              </a:rPr>
              <a:t>[10] L. Zhang, “Neural Networks for IMDb Rating Predictions: A Deep Learning Approach,” J. </a:t>
            </a:r>
            <a:r>
              <a:rPr lang="en-US" sz="1400" dirty="0" err="1">
                <a:latin typeface="Times New Roman" panose="02020603050405020304" pitchFamily="18" charset="0"/>
                <a:cs typeface="Times New Roman" panose="02020603050405020304" pitchFamily="18" charset="0"/>
              </a:rPr>
              <a:t>Comput</a:t>
            </a:r>
            <a:r>
              <a:rPr lang="en-US" sz="1400" dirty="0">
                <a:latin typeface="Times New Roman" panose="02020603050405020304" pitchFamily="18" charset="0"/>
                <a:cs typeface="Times New Roman" panose="02020603050405020304" pitchFamily="18" charset="0"/>
              </a:rPr>
              <a:t>. Media Sci., vol. 7, no. 3, pp. 180–200, 2023.</a:t>
            </a:r>
            <a:endParaRPr lang="en-IN" sz="1400" dirty="0">
              <a:latin typeface="Times New Roman" panose="02020603050405020304" pitchFamily="18" charset="0"/>
              <a:cs typeface="Times New Roman" panose="02020603050405020304" pitchFamily="18" charset="0"/>
            </a:endParaRPr>
          </a:p>
          <a:p>
            <a:pPr lvl="0"/>
            <a:r>
              <a:rPr lang="en-US" sz="1400" dirty="0">
                <a:latin typeface="Times New Roman" panose="02020603050405020304" pitchFamily="18" charset="0"/>
                <a:cs typeface="Times New Roman" panose="02020603050405020304" pitchFamily="18" charset="0"/>
              </a:rPr>
              <a:t>[11] T. Lee and S. Wong, “Sentiment-Based Prediction Models for Movie Ratings,” in Proc. AI &amp; Sentiment Analysis Conf., 2020, pp. 102–112.</a:t>
            </a:r>
            <a:endParaRPr lang="en-IN" sz="1400" dirty="0">
              <a:latin typeface="Times New Roman" panose="02020603050405020304" pitchFamily="18" charset="0"/>
              <a:cs typeface="Times New Roman" panose="02020603050405020304" pitchFamily="18" charset="0"/>
            </a:endParaRPr>
          </a:p>
          <a:p>
            <a:pPr lvl="0"/>
            <a:r>
              <a:rPr lang="en-US" sz="1400" dirty="0">
                <a:latin typeface="Times New Roman" panose="02020603050405020304" pitchFamily="18" charset="0"/>
                <a:cs typeface="Times New Roman" panose="02020603050405020304" pitchFamily="18" charset="0"/>
              </a:rPr>
              <a:t>[12] D. Kumar, “Understanding IMDb Rating Trends Using Sentiment Analysis,” Int. J. Data Sci. &amp; AI, vol. 9, no. 2, pp. 75–88, 2022.</a:t>
            </a:r>
            <a:endParaRPr lang="en-IN" sz="1400" dirty="0">
              <a:latin typeface="Times New Roman" panose="02020603050405020304" pitchFamily="18" charset="0"/>
              <a:cs typeface="Times New Roman" panose="02020603050405020304" pitchFamily="18" charset="0"/>
            </a:endParaRPr>
          </a:p>
          <a:p>
            <a:pPr algn="l"/>
            <a:endParaRPr lang="en-US" sz="1100" b="0" i="0" dirty="0">
              <a:effectLst/>
              <a:latin typeface="system-ui"/>
            </a:endParaRPr>
          </a:p>
          <a:p>
            <a:pPr algn="l"/>
            <a:endParaRPr lang="en-US" sz="1100" b="0" i="0" dirty="0">
              <a:effectLst/>
              <a:latin typeface="system-ui"/>
            </a:endParaRPr>
          </a:p>
          <a:p>
            <a:pPr algn="l"/>
            <a:endParaRPr lang="en-US" sz="1100" b="0" i="0" dirty="0">
              <a:effectLst/>
              <a:latin typeface="system-ui"/>
            </a:endParaRPr>
          </a:p>
          <a:p>
            <a:endParaRPr lang="en-IN" dirty="0"/>
          </a:p>
        </p:txBody>
      </p:sp>
      <p:pic>
        <p:nvPicPr>
          <p:cNvPr id="4" name="Picture 3" descr="Text&#10;&#10;Description automatically generated">
            <a:extLst>
              <a:ext uri="{FF2B5EF4-FFF2-40B4-BE49-F238E27FC236}">
                <a16:creationId xmlns:a16="http://schemas.microsoft.com/office/drawing/2014/main" id="{60EC16E2-15B7-FE54-59C5-0245757C179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1935" y="77788"/>
            <a:ext cx="3705225" cy="828466"/>
          </a:xfrm>
          <a:prstGeom prst="rect">
            <a:avLst/>
          </a:prstGeom>
        </p:spPr>
      </p:pic>
    </p:spTree>
    <p:extLst>
      <p:ext uri="{BB962C8B-B14F-4D97-AF65-F5344CB8AC3E}">
        <p14:creationId xmlns:p14="http://schemas.microsoft.com/office/powerpoint/2010/main" val="2945117045"/>
      </p:ext>
    </p:extLst>
  </p:cSld>
  <p:clrMapOvr>
    <a:masterClrMapping/>
  </p:clrMapOvr>
  <p:transition spd="slow">
    <p:cove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Triangle 10">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Text&#10;&#10;Description automatically generated">
            <a:extLst>
              <a:ext uri="{FF2B5EF4-FFF2-40B4-BE49-F238E27FC236}">
                <a16:creationId xmlns:a16="http://schemas.microsoft.com/office/drawing/2014/main" id="{A689BC4C-251C-8983-8918-BECF47F389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7454" y="806195"/>
            <a:ext cx="7745969" cy="1723478"/>
          </a:xfrm>
          <a:prstGeom prst="rect">
            <a:avLst/>
          </a:prstGeom>
        </p:spPr>
      </p:pic>
      <p:sp>
        <p:nvSpPr>
          <p:cNvPr id="3" name="Content Placeholder 2">
            <a:extLst>
              <a:ext uri="{FF2B5EF4-FFF2-40B4-BE49-F238E27FC236}">
                <a16:creationId xmlns:a16="http://schemas.microsoft.com/office/drawing/2014/main" id="{C12A0E4A-417B-CD4C-9256-4F3BE4CA6FEF}"/>
              </a:ext>
            </a:extLst>
          </p:cNvPr>
          <p:cNvSpPr>
            <a:spLocks noGrp="1"/>
          </p:cNvSpPr>
          <p:nvPr>
            <p:ph idx="1"/>
          </p:nvPr>
        </p:nvSpPr>
        <p:spPr>
          <a:xfrm>
            <a:off x="2221315" y="3046943"/>
            <a:ext cx="7745969" cy="1408222"/>
          </a:xfrm>
        </p:spPr>
        <p:txBody>
          <a:bodyPr anchor="t">
            <a:normAutofit/>
          </a:bodyPr>
          <a:lstStyle/>
          <a:p>
            <a:pPr marL="0" indent="0" algn="ctr">
              <a:buNone/>
            </a:pPr>
            <a:r>
              <a:rPr lang="en-US" sz="6700" b="1" dirty="0"/>
              <a:t>Thank You</a:t>
            </a:r>
          </a:p>
        </p:txBody>
      </p:sp>
    </p:spTree>
    <p:extLst>
      <p:ext uri="{BB962C8B-B14F-4D97-AF65-F5344CB8AC3E}">
        <p14:creationId xmlns:p14="http://schemas.microsoft.com/office/powerpoint/2010/main" val="10652836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1679</TotalTime>
  <Words>1036</Words>
  <Application>Microsoft Office PowerPoint</Application>
  <PresentationFormat>Widescreen</PresentationFormat>
  <Paragraphs>95</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Calibri </vt:lpstr>
      <vt:lpstr>Calibri Light</vt:lpstr>
      <vt:lpstr>Cambria Math</vt:lpstr>
      <vt:lpstr>system-ui</vt:lpstr>
      <vt:lpstr>Times New Roman</vt:lpstr>
      <vt:lpstr>Office Theme</vt:lpstr>
      <vt:lpstr>PowerPoint Presentation</vt:lpstr>
      <vt:lpstr>Movie Recommendation  System</vt:lpstr>
      <vt:lpstr>Movie Recommendation System</vt:lpstr>
      <vt:lpstr>CONTENTS</vt:lpstr>
      <vt:lpstr>Introduction </vt:lpstr>
      <vt:lpstr>Literature review</vt:lpstr>
      <vt:lpstr>Model</vt:lpstr>
      <vt:lpstr>Methodology </vt:lpstr>
      <vt:lpstr>PowerPoint Presentation</vt:lpstr>
      <vt:lpstr>PowerPoint Presentation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deepa bura</dc:creator>
  <cp:lastModifiedBy>REVANTH SAI BOMMA</cp:lastModifiedBy>
  <cp:revision>17</cp:revision>
  <dcterms:created xsi:type="dcterms:W3CDTF">2023-05-04T03:53:33Z</dcterms:created>
  <dcterms:modified xsi:type="dcterms:W3CDTF">2025-11-15T05:55:20Z</dcterms:modified>
</cp:coreProperties>
</file>